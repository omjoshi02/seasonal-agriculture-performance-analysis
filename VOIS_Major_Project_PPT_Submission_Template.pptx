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7" r:id="rId3"/>
    <p:sldMasterId id="2147483673"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94"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2800" b="0" u="none" strike="noStrike">
                <a:solidFill>
                  <a:schemeClr val="dk1"/>
                </a:solidFill>
                <a:effectLst/>
                <a:uFillTx/>
                <a:latin typeface="Trebuchet MS"/>
              </a:rPr>
              <a:t>Click to move the slide</a:t>
            </a:r>
          </a:p>
        </p:txBody>
      </p:sp>
      <p:sp>
        <p:nvSpPr>
          <p:cNvPr id="49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IN" sz="2000" b="0" u="none" strike="noStrike">
                <a:solidFill>
                  <a:srgbClr val="000000"/>
                </a:solidFill>
                <a:effectLst/>
                <a:uFillTx/>
                <a:latin typeface="Arial"/>
              </a:rPr>
              <a:t>Click to edit the notes format</a:t>
            </a:r>
          </a:p>
        </p:txBody>
      </p:sp>
      <p:sp>
        <p:nvSpPr>
          <p:cNvPr id="49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IN" sz="1400" b="0" u="none" strike="noStrike">
                <a:solidFill>
                  <a:srgbClr val="000000"/>
                </a:solidFill>
                <a:effectLst/>
                <a:uFillTx/>
                <a:latin typeface="Times New Roman"/>
              </a:rPr>
              <a:t> </a:t>
            </a:r>
          </a:p>
        </p:txBody>
      </p:sp>
      <p:sp>
        <p:nvSpPr>
          <p:cNvPr id="497" name="PlaceHolder 4"/>
          <p:cNvSpPr>
            <a:spLocks noGrp="1"/>
          </p:cNvSpPr>
          <p:nvPr>
            <p:ph type="dt" idx="49"/>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p>
        </p:txBody>
      </p:sp>
      <p:sp>
        <p:nvSpPr>
          <p:cNvPr id="498" name="PlaceHolder 5"/>
          <p:cNvSpPr>
            <a:spLocks noGrp="1"/>
          </p:cNvSpPr>
          <p:nvPr>
            <p:ph type="ftr" idx="50"/>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p>
        </p:txBody>
      </p:sp>
      <p:sp>
        <p:nvSpPr>
          <p:cNvPr id="499" name="PlaceHolder 6"/>
          <p:cNvSpPr>
            <a:spLocks noGrp="1"/>
          </p:cNvSpPr>
          <p:nvPr>
            <p:ph type="sldNum" idx="51"/>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E3E081F5-A60F-4CF4-857B-846B5FE4B49C}"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noRot="1" noChangeAspect="1"/>
          </p:cNvSpPr>
          <p:nvPr>
            <p:ph type="sldImg"/>
          </p:nvPr>
        </p:nvSpPr>
        <p:spPr>
          <a:xfrm>
            <a:off x="685800" y="1143000"/>
            <a:ext cx="5486400" cy="3086100"/>
          </a:xfrm>
          <a:prstGeom prst="rect">
            <a:avLst/>
          </a:prstGeom>
          <a:ln w="0">
            <a:noFill/>
          </a:ln>
        </p:spPr>
      </p:sp>
      <p:sp>
        <p:nvSpPr>
          <p:cNvPr id="5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gn="l">
              <a:buNone/>
            </a:pPr>
            <a:endParaRPr lang="en-IN" sz="1800" b="0" u="none" strike="noStrike">
              <a:solidFill>
                <a:srgbClr val="000000"/>
              </a:solidFill>
              <a:effectLst/>
              <a:uFillTx/>
              <a:latin typeface="Arial"/>
            </a:endParaRPr>
          </a:p>
        </p:txBody>
      </p:sp>
      <p:sp>
        <p:nvSpPr>
          <p:cNvPr id="567"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601E8331-A8F0-423F-9ABD-B21F8AE6166E}" type="slidenum">
              <a:rPr lang="en-US" sz="1200" b="0" u="none" strike="noStrike">
                <a:solidFill>
                  <a:srgbClr val="000000"/>
                </a:solidFill>
                <a:effectLst/>
                <a:uFillTx/>
                <a:latin typeface="Times New Roman"/>
              </a:rPr>
              <a:t>5</a:t>
            </a:fld>
            <a:endParaRPr lang="en-IN"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1" name="PlaceHolder 1"/>
          <p:cNvSpPr>
            <a:spLocks noGrp="1"/>
          </p:cNvSpPr>
          <p:nvPr>
            <p:ph type="title"/>
          </p:nvPr>
        </p:nvSpPr>
        <p:spPr>
          <a:xfrm>
            <a:off x="432000" y="582120"/>
            <a:ext cx="11339280" cy="830880"/>
          </a:xfrm>
          <a:prstGeom prst="rect">
            <a:avLst/>
          </a:prstGeom>
          <a:noFill/>
          <a:ln w="0">
            <a:noFill/>
          </a:ln>
        </p:spPr>
        <p:txBody>
          <a:bodyPr lIns="0" tIns="0" rIns="0" bIns="0" anchor="ctr">
            <a:spAutoFit/>
          </a:bodyPr>
          <a:lstStyle/>
          <a:p>
            <a:pPr indent="0" algn="ctr" defTabSz="457200">
              <a:buNone/>
              <a:tabLst>
                <a:tab pos="0" algn="l"/>
              </a:tabLst>
            </a:pPr>
            <a:endParaRPr lang="en-US" sz="4800" b="1" u="none" strike="noStrike">
              <a:solidFill>
                <a:schemeClr val="dk1"/>
              </a:solidFill>
              <a:effectLst/>
              <a:uFillTx/>
              <a:latin typeface="Trebuchet MS"/>
            </a:endParaRPr>
          </a:p>
        </p:txBody>
      </p:sp>
      <p:sp>
        <p:nvSpPr>
          <p:cNvPr id="32" name="PlaceHolder 2"/>
          <p:cNvSpPr>
            <a:spLocks noGrp="1"/>
          </p:cNvSpPr>
          <p:nvPr>
            <p:ph type="subTitle"/>
          </p:nvPr>
        </p:nvSpPr>
        <p:spPr>
          <a:xfrm>
            <a:off x="5353560" y="2511720"/>
            <a:ext cx="1484280" cy="1367640"/>
          </a:xfrm>
          <a:prstGeom prst="rect">
            <a:avLst/>
          </a:prstGeom>
          <a:noFill/>
          <a:ln w="0">
            <a:noFill/>
          </a:ln>
        </p:spPr>
        <p:txBody>
          <a:bodyPr lIns="0" tIns="0" rIns="0" bIns="0" anchor="ctr">
            <a:spAutoFit/>
          </a:bodyPr>
          <a:lstStyle/>
          <a:p>
            <a:pPr indent="0" algn="ctr">
              <a:buNone/>
            </a:pPr>
            <a:endParaRPr lang="en-IN" sz="3200" b="0" u="none" strike="noStrike">
              <a:solidFill>
                <a:srgbClr val="000000"/>
              </a:solidFill>
              <a:effectLst/>
              <a:uFillTx/>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4380B9D8-1435-4075-8968-B14416182996}"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Custom Layout">
    <p:bg>
      <p:bgPr>
        <a:solidFill>
          <a:srgbClr val="000000"/>
        </a:solidFill>
        <a:effectLst/>
      </p:bgPr>
    </p:bg>
    <p:spTree>
      <p:nvGrpSpPr>
        <p:cNvPr id="1" name=""/>
        <p:cNvGrpSpPr/>
        <p:nvPr/>
      </p:nvGrpSpPr>
      <p:grpSpPr>
        <a:xfrm>
          <a:off x="0" y="0"/>
          <a:ext cx="0" cy="0"/>
          <a:chOff x="0" y="0"/>
          <a:chExt cx="0" cy="0"/>
        </a:xfrm>
      </p:grpSpPr>
      <p:grpSp>
        <p:nvGrpSpPr>
          <p:cNvPr id="33" name="Group 43"/>
          <p:cNvGrpSpPr/>
          <p:nvPr/>
        </p:nvGrpSpPr>
        <p:grpSpPr>
          <a:xfrm>
            <a:off x="0" y="-8640"/>
            <a:ext cx="12191400" cy="6867000"/>
            <a:chOff x="0" y="-8640"/>
            <a:chExt cx="12191400" cy="6867000"/>
          </a:xfrm>
        </p:grpSpPr>
        <p:cxnSp>
          <p:nvCxnSpPr>
            <p:cNvPr id="34"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35"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3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8"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2"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3"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44" name="Date Placeholder 3" hidden="1"/>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DF5390EE-D243-4F75-8435-4D1B4C0625D4}" type="datetime1">
              <a:rPr lang="en-US" sz="1100" b="0" u="none" strike="noStrike">
                <a:solidFill>
                  <a:schemeClr val="accent2"/>
                </a:solidFill>
                <a:effectLst/>
                <a:uFillTx/>
                <a:latin typeface="Trebuchet MS"/>
              </a:rPr>
              <a:t>9/4/2026</a:t>
            </a:fld>
            <a:endParaRPr lang="en-IN" sz="1100" b="0" u="none" strike="noStrike">
              <a:solidFill>
                <a:srgbClr val="FFFFFF"/>
              </a:solidFill>
              <a:effectLst/>
              <a:uFillTx/>
              <a:latin typeface="Arial"/>
            </a:endParaRPr>
          </a:p>
        </p:txBody>
      </p:sp>
      <p:sp>
        <p:nvSpPr>
          <p:cNvPr id="45" name="Footer Placeholder 4" hidden="1"/>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FFFFFF"/>
              </a:solidFill>
              <a:effectLst/>
              <a:uFillTx/>
              <a:latin typeface="Arial"/>
            </a:endParaRPr>
          </a:p>
        </p:txBody>
      </p:sp>
      <p:sp>
        <p:nvSpPr>
          <p:cNvPr id="46" name="Slide Number Placeholder 5" hidden="1"/>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F0C7D862-4F08-49C2-8038-CF66A3AD9BD9}" type="slidenum">
              <a:rPr lang="en-US" sz="1100" b="0" u="none" strike="noStrike">
                <a:solidFill>
                  <a:schemeClr val="accent4"/>
                </a:solidFill>
                <a:effectLst/>
                <a:uFillTx/>
                <a:latin typeface="Trebuchet MS"/>
              </a:rPr>
              <a:t>‹#›</a:t>
            </a:fld>
            <a:endParaRPr lang="en-IN" sz="1100" b="0" u="none" strike="noStrike">
              <a:solidFill>
                <a:srgbClr val="FFFFFF"/>
              </a:solidFill>
              <a:effectLst/>
              <a:uFillTx/>
              <a:latin typeface="Arial"/>
            </a:endParaRPr>
          </a:p>
        </p:txBody>
      </p:sp>
      <p:sp>
        <p:nvSpPr>
          <p:cNvPr id="47" name="PlaceHolder 1"/>
          <p:cNvSpPr>
            <a:spLocks noGrp="1"/>
          </p:cNvSpPr>
          <p:nvPr>
            <p:ph type="body"/>
          </p:nvPr>
        </p:nvSpPr>
        <p:spPr>
          <a:xfrm>
            <a:off x="0" y="0"/>
            <a:ext cx="12191400" cy="685728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1800" b="0" u="none" strike="noStrike">
                <a:solidFill>
                  <a:schemeClr val="dk1"/>
                </a:solidFill>
                <a:effectLst/>
                <a:uFillTx/>
                <a:latin typeface="Trebuchet MS"/>
              </a:defRPr>
            </a:lvl1pPr>
          </a:lstStyle>
          <a:p>
            <a:pPr indent="0" algn="l"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1" u="none" strike="noStrike">
              <a:solidFill>
                <a:schemeClr val="accent4"/>
              </a:solidFill>
              <a:effectLst/>
              <a:uFillTx/>
              <a:latin typeface="Calibri"/>
            </a:endParaRPr>
          </a:p>
        </p:txBody>
      </p:sp>
      <p:sp>
        <p:nvSpPr>
          <p:cNvPr id="48" name="Rectangle 1" descr="Tall office building looking up"/>
          <p:cNvSpPr/>
          <p:nvPr/>
        </p:nvSpPr>
        <p:spPr>
          <a:xfrm>
            <a:off x="3718440" y="1181160"/>
            <a:ext cx="4754160" cy="4494960"/>
          </a:xfrm>
          <a:prstGeom prst="rect">
            <a:avLst/>
          </a:prstGeom>
          <a:solidFill>
            <a:schemeClr val="accent5">
              <a:alpha val="40000"/>
            </a:schemeClr>
          </a:solidFill>
          <a:ln w="60325" cap="rnd">
            <a:solidFill>
              <a:srgbClr val="FFFFFF"/>
            </a:solidFill>
            <a:round/>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9" name="PlaceHolder 2"/>
          <p:cNvSpPr>
            <a:spLocks noGrp="1"/>
          </p:cNvSpPr>
          <p:nvPr>
            <p:ph type="body" hasCustomPrompt="1"/>
          </p:nvPr>
        </p:nvSpPr>
        <p:spPr>
          <a:xfrm>
            <a:off x="4149000" y="4859640"/>
            <a:ext cx="3924360" cy="489960"/>
          </a:xfrm>
          <a:prstGeom prst="rect">
            <a:avLst/>
          </a:prstGeom>
          <a:noFill/>
          <a:ln w="0">
            <a:noFill/>
          </a:ln>
        </p:spPr>
        <p:txBody>
          <a:bodyPr lIns="91440" tIns="45720" rIns="91440" bIns="45720" anchor="t">
            <a:noAutofit/>
          </a:bodyPr>
          <a:lstStyle>
            <a:lvl1pPr marL="343080" indent="-343080" algn="r" defTabSz="457200">
              <a:lnSpc>
                <a:spcPct val="100000"/>
              </a:lnSpc>
              <a:spcBef>
                <a:spcPts val="1001"/>
              </a:spcBef>
              <a:buNone/>
              <a:tabLst>
                <a:tab pos="0" algn="l"/>
              </a:tabLst>
              <a:defRPr lang="en-US" sz="2400" b="1" u="none" strike="noStrike">
                <a:solidFill>
                  <a:schemeClr val="accent4"/>
                </a:solidFill>
                <a:effectLst/>
                <a:uFillTx/>
                <a:latin typeface="Calibri"/>
              </a:defRPr>
            </a:lvl1pPr>
          </a:lstStyle>
          <a:p>
            <a:pPr marL="343080" indent="-343080" algn="r" defTabSz="457200">
              <a:lnSpc>
                <a:spcPct val="100000"/>
              </a:lnSpc>
              <a:spcBef>
                <a:spcPts val="1001"/>
              </a:spcBef>
              <a:buNone/>
              <a:tabLst>
                <a:tab pos="0" algn="l"/>
              </a:tabLst>
            </a:pPr>
            <a:r>
              <a:rPr lang="en-US" sz="2400" b="1" u="none" strike="noStrike">
                <a:solidFill>
                  <a:schemeClr val="accent4"/>
                </a:solidFill>
                <a:effectLst/>
                <a:uFillTx/>
                <a:latin typeface="Calibri"/>
              </a:rPr>
              <a:t>Click to edit text</a:t>
            </a:r>
          </a:p>
        </p:txBody>
      </p:sp>
      <p:sp>
        <p:nvSpPr>
          <p:cNvPr id="50" name="PlaceHolder 3"/>
          <p:cNvSpPr>
            <a:spLocks noGrp="1"/>
          </p:cNvSpPr>
          <p:nvPr>
            <p:ph type="title"/>
          </p:nvPr>
        </p:nvSpPr>
        <p:spPr>
          <a:xfrm>
            <a:off x="4149000" y="1529640"/>
            <a:ext cx="3924360" cy="169488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4800" b="1" u="none" strike="noStrike">
                <a:solidFill>
                  <a:schemeClr val="lt1"/>
                </a:solidFill>
                <a:effectLst/>
                <a:uFillTx/>
                <a:latin typeface="Trebuchet MS"/>
              </a:defRPr>
            </a:lvl1pPr>
          </a:lstStyle>
          <a:p>
            <a:pPr indent="0" algn="l" defTabSz="457200">
              <a:lnSpc>
                <a:spcPct val="100000"/>
              </a:lnSpc>
              <a:spcBef>
                <a:spcPts val="1001"/>
              </a:spcBef>
              <a:buNone/>
              <a:tabLst>
                <a:tab pos="0" algn="l"/>
              </a:tabLst>
            </a:pPr>
            <a:r>
              <a:rPr lang="en-US" sz="4800" b="1" u="none" strike="noStrike">
                <a:solidFill>
                  <a:schemeClr val="lt1"/>
                </a:solidFill>
                <a:effectLst/>
                <a:uFillTx/>
                <a:latin typeface="Trebuchet MS"/>
              </a:rP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grpSp>
        <p:nvGrpSpPr>
          <p:cNvPr id="51" name="Group 43"/>
          <p:cNvGrpSpPr/>
          <p:nvPr/>
        </p:nvGrpSpPr>
        <p:grpSpPr>
          <a:xfrm>
            <a:off x="0" y="-8640"/>
            <a:ext cx="12191400" cy="6867000"/>
            <a:chOff x="0" y="-8640"/>
            <a:chExt cx="12191400" cy="6867000"/>
          </a:xfrm>
        </p:grpSpPr>
        <p:cxnSp>
          <p:nvCxnSpPr>
            <p:cNvPr id="52"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53"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56"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60"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61"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62"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3B69E2E2-D56A-42B0-B8DF-18078F00DC28}"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63"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64"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9DA0D0D-5E37-4155-B5AE-9106608D9EA8}"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65" name="PlaceHolder 1"/>
          <p:cNvSpPr>
            <a:spLocks noGrp="1"/>
          </p:cNvSpPr>
          <p:nvPr>
            <p:ph type="title"/>
          </p:nvPr>
        </p:nvSpPr>
        <p:spPr>
          <a:xfrm>
            <a:off x="677160" y="2700720"/>
            <a:ext cx="8596080" cy="1825920"/>
          </a:xfrm>
          <a:prstGeom prst="rect">
            <a:avLst/>
          </a:prstGeom>
          <a:noFill/>
          <a:ln w="0">
            <a:noFill/>
          </a:ln>
        </p:spPr>
        <p:txBody>
          <a:bodyPr lIns="91440" tIns="45720" rIns="91440" bIns="45720" anchor="b">
            <a:noAutofit/>
          </a:bodyPr>
          <a:lstStyle>
            <a:lvl1pPr indent="0" algn="l" defTabSz="457200">
              <a:lnSpc>
                <a:spcPct val="100000"/>
              </a:lnSpc>
              <a:buNone/>
              <a:tabLst>
                <a:tab pos="0" algn="l"/>
              </a:tabLst>
              <a:defRPr lang="en-US" sz="4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000" b="0" u="none" strike="noStrike">
                <a:solidFill>
                  <a:schemeClr val="accent1"/>
                </a:solidFill>
                <a:effectLst/>
                <a:uFillTx/>
                <a:latin typeface="Trebuchet MS"/>
              </a:rPr>
              <a:t>Click to edit Master title style</a:t>
            </a:r>
          </a:p>
        </p:txBody>
      </p:sp>
      <p:sp>
        <p:nvSpPr>
          <p:cNvPr id="66" name="PlaceHolder 2"/>
          <p:cNvSpPr>
            <a:spLocks noGrp="1"/>
          </p:cNvSpPr>
          <p:nvPr>
            <p:ph type="body"/>
          </p:nvPr>
        </p:nvSpPr>
        <p:spPr>
          <a:xfrm>
            <a:off x="677160" y="4527360"/>
            <a:ext cx="8596080" cy="85968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2000" b="0" u="none" strike="noStrike">
                <a:solidFill>
                  <a:schemeClr val="dk1">
                    <a:lumMod val="50000"/>
                    <a:lumOff val="50000"/>
                  </a:schemeClr>
                </a:solidFill>
                <a:effectLst/>
                <a:uFillTx/>
                <a:latin typeface="Trebuchet MS"/>
              </a:rPr>
              <a:t>Click to edit Master text styles</a:t>
            </a:r>
          </a:p>
        </p:txBody>
      </p:sp>
      <p:sp>
        <p:nvSpPr>
          <p:cNvPr id="67" name="PlaceHolder 3"/>
          <p:cNvSpPr>
            <a:spLocks noGrp="1"/>
          </p:cNvSpPr>
          <p:nvPr>
            <p:ph type="dt" idx="4"/>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 </a:t>
            </a:r>
            <a:endParaRPr lang="en-IN" sz="900" b="0" u="none" strike="noStrike">
              <a:solidFill>
                <a:srgbClr val="000000"/>
              </a:solidFill>
              <a:effectLst/>
              <a:uFillTx/>
              <a:latin typeface="Times New Roman"/>
            </a:endParaRPr>
          </a:p>
        </p:txBody>
      </p:sp>
      <p:sp>
        <p:nvSpPr>
          <p:cNvPr id="68" name="PlaceHolder 4"/>
          <p:cNvSpPr>
            <a:spLocks noGrp="1"/>
          </p:cNvSpPr>
          <p:nvPr>
            <p:ph type="ftr" idx="5"/>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 </a:t>
            </a:r>
          </a:p>
        </p:txBody>
      </p:sp>
      <p:sp>
        <p:nvSpPr>
          <p:cNvPr id="69" name="PlaceHolder 5"/>
          <p:cNvSpPr>
            <a:spLocks noGrp="1"/>
          </p:cNvSpPr>
          <p:nvPr>
            <p:ph type="sldNum" idx="6"/>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B41DB0F4-4EC4-409C-8CB0-C37CDDE2EAAD}"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grpSp>
        <p:nvGrpSpPr>
          <p:cNvPr id="70" name="Group 43"/>
          <p:cNvGrpSpPr/>
          <p:nvPr/>
        </p:nvGrpSpPr>
        <p:grpSpPr>
          <a:xfrm>
            <a:off x="0" y="-8640"/>
            <a:ext cx="12191400" cy="6867000"/>
            <a:chOff x="0" y="-8640"/>
            <a:chExt cx="12191400" cy="6867000"/>
          </a:xfrm>
        </p:grpSpPr>
        <p:cxnSp>
          <p:nvCxnSpPr>
            <p:cNvPr id="71"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72"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73"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74"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75"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76"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77"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78"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79"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80"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81"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5A9081A1-2E21-48D6-A277-E6083870B8F5}"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82"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83"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96C0142D-013C-4AD2-B398-E97CA06FF0CB}"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84"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p>
        </p:txBody>
      </p:sp>
      <p:sp>
        <p:nvSpPr>
          <p:cNvPr id="85" name="PlaceHolder 2"/>
          <p:cNvSpPr>
            <a:spLocks noGrp="1"/>
          </p:cNvSpPr>
          <p:nvPr>
            <p:ph type="body"/>
          </p:nvPr>
        </p:nvSpPr>
        <p:spPr>
          <a:xfrm>
            <a:off x="677160" y="2160720"/>
            <a:ext cx="4183200" cy="38800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p>
        </p:txBody>
      </p:sp>
      <p:sp>
        <p:nvSpPr>
          <p:cNvPr id="86" name="PlaceHolder 3"/>
          <p:cNvSpPr>
            <a:spLocks noGrp="1"/>
          </p:cNvSpPr>
          <p:nvPr>
            <p:ph type="body"/>
          </p:nvPr>
        </p:nvSpPr>
        <p:spPr>
          <a:xfrm>
            <a:off x="5090040" y="2160720"/>
            <a:ext cx="4183200" cy="38800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p>
        </p:txBody>
      </p:sp>
      <p:sp>
        <p:nvSpPr>
          <p:cNvPr id="87" name="PlaceHolder 4"/>
          <p:cNvSpPr>
            <a:spLocks noGrp="1"/>
          </p:cNvSpPr>
          <p:nvPr>
            <p:ph type="dt" idx="7"/>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 </a:t>
            </a:r>
            <a:endParaRPr lang="en-IN" sz="900" b="0" u="none" strike="noStrike">
              <a:solidFill>
                <a:srgbClr val="000000"/>
              </a:solidFill>
              <a:effectLst/>
              <a:uFillTx/>
              <a:latin typeface="Times New Roman"/>
            </a:endParaRPr>
          </a:p>
        </p:txBody>
      </p:sp>
      <p:sp>
        <p:nvSpPr>
          <p:cNvPr id="88" name="PlaceHolder 5"/>
          <p:cNvSpPr>
            <a:spLocks noGrp="1"/>
          </p:cNvSpPr>
          <p:nvPr>
            <p:ph type="ftr" idx="8"/>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 </a:t>
            </a:r>
          </a:p>
        </p:txBody>
      </p:sp>
      <p:sp>
        <p:nvSpPr>
          <p:cNvPr id="89" name="PlaceHolder 6"/>
          <p:cNvSpPr>
            <a:spLocks noGrp="1"/>
          </p:cNvSpPr>
          <p:nvPr>
            <p:ph type="sldNum" idx="9"/>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B5EF3198-D36E-40A2-8235-954679BE24F3}"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grpSp>
        <p:nvGrpSpPr>
          <p:cNvPr id="90" name="Group 43"/>
          <p:cNvGrpSpPr/>
          <p:nvPr/>
        </p:nvGrpSpPr>
        <p:grpSpPr>
          <a:xfrm>
            <a:off x="0" y="-8640"/>
            <a:ext cx="12191400" cy="6867000"/>
            <a:chOff x="0" y="-8640"/>
            <a:chExt cx="12191400" cy="6867000"/>
          </a:xfrm>
        </p:grpSpPr>
        <p:cxnSp>
          <p:nvCxnSpPr>
            <p:cNvPr id="91"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92"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93"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94"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95"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96"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97"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98"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99"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00"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01"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0A18FD48-ED15-4A04-8594-CFDED19DC86E}"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02"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03"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9219ACCE-2BAC-4EBC-A4AC-84875694EAF6}"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104"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p>
        </p:txBody>
      </p:sp>
      <p:sp>
        <p:nvSpPr>
          <p:cNvPr id="105" name="PlaceHolder 2"/>
          <p:cNvSpPr>
            <a:spLocks noGrp="1"/>
          </p:cNvSpPr>
          <p:nvPr>
            <p:ph type="body"/>
          </p:nvPr>
        </p:nvSpPr>
        <p:spPr>
          <a:xfrm>
            <a:off x="675720" y="2161080"/>
            <a:ext cx="4185000" cy="57564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p>
        </p:txBody>
      </p:sp>
      <p:sp>
        <p:nvSpPr>
          <p:cNvPr id="106" name="PlaceHolder 3"/>
          <p:cNvSpPr>
            <a:spLocks noGrp="1"/>
          </p:cNvSpPr>
          <p:nvPr>
            <p:ph type="body"/>
          </p:nvPr>
        </p:nvSpPr>
        <p:spPr>
          <a:xfrm>
            <a:off x="675720" y="2737080"/>
            <a:ext cx="4185000" cy="330336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p>
        </p:txBody>
      </p:sp>
      <p:sp>
        <p:nvSpPr>
          <p:cNvPr id="107" name="PlaceHolder 4"/>
          <p:cNvSpPr>
            <a:spLocks noGrp="1"/>
          </p:cNvSpPr>
          <p:nvPr>
            <p:ph type="body"/>
          </p:nvPr>
        </p:nvSpPr>
        <p:spPr>
          <a:xfrm>
            <a:off x="5088240" y="2161080"/>
            <a:ext cx="4185000" cy="57564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p>
        </p:txBody>
      </p:sp>
      <p:sp>
        <p:nvSpPr>
          <p:cNvPr id="108" name="PlaceHolder 5"/>
          <p:cNvSpPr>
            <a:spLocks noGrp="1"/>
          </p:cNvSpPr>
          <p:nvPr>
            <p:ph type="body"/>
          </p:nvPr>
        </p:nvSpPr>
        <p:spPr>
          <a:xfrm>
            <a:off x="5088240" y="2737080"/>
            <a:ext cx="4185000" cy="330336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tabLst>
                <a:tab pos="0" algn="l"/>
              </a:tabLst>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tabLst>
                <a:tab pos="0" algn="l"/>
              </a:tabLst>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tabLst>
                <a:tab pos="0" algn="l"/>
              </a:tabLst>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tabLst>
                <a:tab pos="0" algn="l"/>
              </a:tabLst>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tabLst>
                <a:tab pos="0" algn="l"/>
              </a:tabLst>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tabLst>
                <a:tab pos="0" algn="l"/>
              </a:tabLst>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tabLst>
                <a:tab pos="0" algn="l"/>
              </a:tabLst>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tabLst>
                <a:tab pos="0" algn="l"/>
              </a:tabLst>
            </a:pPr>
            <a:r>
              <a:rPr lang="en-US" sz="1200" b="0" u="none" strike="noStrike">
                <a:solidFill>
                  <a:schemeClr val="dk1">
                    <a:lumMod val="75000"/>
                    <a:lumOff val="25000"/>
                  </a:schemeClr>
                </a:solidFill>
                <a:effectLst/>
                <a:uFillTx/>
                <a:latin typeface="Trebuchet MS"/>
              </a:rPr>
              <a:t>Fifth level</a:t>
            </a:r>
          </a:p>
        </p:txBody>
      </p:sp>
      <p:sp>
        <p:nvSpPr>
          <p:cNvPr id="109" name="PlaceHolder 6"/>
          <p:cNvSpPr>
            <a:spLocks noGrp="1"/>
          </p:cNvSpPr>
          <p:nvPr>
            <p:ph type="dt" idx="10"/>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10" name="PlaceHolder 7"/>
          <p:cNvSpPr>
            <a:spLocks noGrp="1"/>
          </p:cNvSpPr>
          <p:nvPr>
            <p:ph type="ftr" idx="11"/>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11" name="PlaceHolder 8"/>
          <p:cNvSpPr>
            <a:spLocks noGrp="1"/>
          </p:cNvSpPr>
          <p:nvPr>
            <p:ph type="sldNum" idx="12"/>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9C180410-EDE4-4EF8-8027-00A857EF5CAB}"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grpSp>
        <p:nvGrpSpPr>
          <p:cNvPr id="112" name="Group 43"/>
          <p:cNvGrpSpPr/>
          <p:nvPr/>
        </p:nvGrpSpPr>
        <p:grpSpPr>
          <a:xfrm>
            <a:off x="0" y="-8640"/>
            <a:ext cx="12191400" cy="6867000"/>
            <a:chOff x="0" y="-8640"/>
            <a:chExt cx="12191400" cy="6867000"/>
          </a:xfrm>
        </p:grpSpPr>
        <p:cxnSp>
          <p:nvCxnSpPr>
            <p:cNvPr id="113"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114"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11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1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17"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1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1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2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21"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22"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23"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3B0B8689-E69C-48D3-8AC7-64F77EB8234F}"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24"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25"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F0251DCC-B759-4E7C-8AAD-37C20D5A3875}"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126"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p>
        </p:txBody>
      </p:sp>
      <p:sp>
        <p:nvSpPr>
          <p:cNvPr id="127" name="PlaceHolder 2"/>
          <p:cNvSpPr>
            <a:spLocks noGrp="1"/>
          </p:cNvSpPr>
          <p:nvPr>
            <p:ph type="dt" idx="13"/>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28" name="PlaceHolder 3"/>
          <p:cNvSpPr>
            <a:spLocks noGrp="1"/>
          </p:cNvSpPr>
          <p:nvPr>
            <p:ph type="ftr" idx="14"/>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29" name="PlaceHolder 4"/>
          <p:cNvSpPr>
            <a:spLocks noGrp="1"/>
          </p:cNvSpPr>
          <p:nvPr>
            <p:ph type="sldNum" idx="15"/>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B87A313-E1F1-4607-BAC8-5594F9BC3297}"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grpSp>
        <p:nvGrpSpPr>
          <p:cNvPr id="130" name="Group 43"/>
          <p:cNvGrpSpPr/>
          <p:nvPr/>
        </p:nvGrpSpPr>
        <p:grpSpPr>
          <a:xfrm>
            <a:off x="0" y="-8640"/>
            <a:ext cx="12191400" cy="6867000"/>
            <a:chOff x="0" y="-8640"/>
            <a:chExt cx="12191400" cy="6867000"/>
          </a:xfrm>
        </p:grpSpPr>
        <p:cxnSp>
          <p:nvCxnSpPr>
            <p:cNvPr id="131"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132"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133"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34"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35"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36"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37"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38"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39"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40"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41"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E1B51065-B25B-40B8-B9E2-17D46B49B3CB}"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42"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43"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12F51ED6-453A-4691-9034-D1BE942510E9}"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144" name="PlaceHolder 1"/>
          <p:cNvSpPr>
            <a:spLocks noGrp="1"/>
          </p:cNvSpPr>
          <p:nvPr>
            <p:ph type="dt" idx="16"/>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45" name="PlaceHolder 2"/>
          <p:cNvSpPr>
            <a:spLocks noGrp="1"/>
          </p:cNvSpPr>
          <p:nvPr>
            <p:ph type="ftr" idx="17"/>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46" name="PlaceHolder 3"/>
          <p:cNvSpPr>
            <a:spLocks noGrp="1"/>
          </p:cNvSpPr>
          <p:nvPr>
            <p:ph type="sldNum" idx="18"/>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11E44D06-E2E3-4C00-BDD8-1AD671BFFEB7}"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grpSp>
        <p:nvGrpSpPr>
          <p:cNvPr id="147" name="Group 43"/>
          <p:cNvGrpSpPr/>
          <p:nvPr/>
        </p:nvGrpSpPr>
        <p:grpSpPr>
          <a:xfrm>
            <a:off x="0" y="-8640"/>
            <a:ext cx="12191400" cy="6867000"/>
            <a:chOff x="0" y="-8640"/>
            <a:chExt cx="12191400" cy="6867000"/>
          </a:xfrm>
        </p:grpSpPr>
        <p:cxnSp>
          <p:nvCxnSpPr>
            <p:cNvPr id="14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14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15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5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5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5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5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5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5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5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5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71265D24-242E-49D2-AA22-0A93E1F44531}"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5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6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1DDB13DD-7AFD-4E1B-A252-80B576C6D474}"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161" name="PlaceHolder 1"/>
          <p:cNvSpPr>
            <a:spLocks noGrp="1"/>
          </p:cNvSpPr>
          <p:nvPr>
            <p:ph type="title"/>
          </p:nvPr>
        </p:nvSpPr>
        <p:spPr>
          <a:xfrm>
            <a:off x="677160" y="1498680"/>
            <a:ext cx="3853800" cy="127764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0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000" b="0" u="none" strike="noStrike">
                <a:solidFill>
                  <a:schemeClr val="accent1"/>
                </a:solidFill>
                <a:effectLst/>
                <a:uFillTx/>
                <a:latin typeface="Trebuchet MS"/>
              </a:rPr>
              <a:t>Click to edit Master title style</a:t>
            </a:r>
          </a:p>
        </p:txBody>
      </p:sp>
      <p:sp>
        <p:nvSpPr>
          <p:cNvPr id="162" name="PlaceHolder 2"/>
          <p:cNvSpPr>
            <a:spLocks noGrp="1"/>
          </p:cNvSpPr>
          <p:nvPr>
            <p:ph type="body"/>
          </p:nvPr>
        </p:nvSpPr>
        <p:spPr>
          <a:xfrm>
            <a:off x="4760640" y="514800"/>
            <a:ext cx="4512960" cy="5525640"/>
          </a:xfrm>
          <a:prstGeom prst="rect">
            <a:avLst/>
          </a:prstGeom>
          <a:noFill/>
          <a:ln w="0">
            <a:noFill/>
          </a:ln>
        </p:spPr>
        <p:txBody>
          <a:bodyPr lIns="91440" tIns="45720" rIns="91440" bIns="45720" anchor="t">
            <a:norm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p>
        </p:txBody>
      </p:sp>
      <p:sp>
        <p:nvSpPr>
          <p:cNvPr id="163" name="PlaceHolder 3"/>
          <p:cNvSpPr>
            <a:spLocks noGrp="1"/>
          </p:cNvSpPr>
          <p:nvPr>
            <p:ph type="body"/>
          </p:nvPr>
        </p:nvSpPr>
        <p:spPr>
          <a:xfrm>
            <a:off x="677160" y="2777040"/>
            <a:ext cx="3853800" cy="258372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400" b="0" u="none" strike="noStrike">
                <a:solidFill>
                  <a:schemeClr val="dk1">
                    <a:lumMod val="75000"/>
                    <a:lumOff val="25000"/>
                  </a:schemeClr>
                </a:solidFill>
                <a:effectLst/>
                <a:uFillTx/>
                <a:latin typeface="Trebuchet MS"/>
              </a:rPr>
              <a:t>Click to edit Master text styles</a:t>
            </a:r>
          </a:p>
        </p:txBody>
      </p:sp>
      <p:sp>
        <p:nvSpPr>
          <p:cNvPr id="164" name="PlaceHolder 4"/>
          <p:cNvSpPr>
            <a:spLocks noGrp="1"/>
          </p:cNvSpPr>
          <p:nvPr>
            <p:ph type="dt" idx="19"/>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165" name="PlaceHolder 5"/>
          <p:cNvSpPr>
            <a:spLocks noGrp="1"/>
          </p:cNvSpPr>
          <p:nvPr>
            <p:ph type="ftr" idx="20"/>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66" name="PlaceHolder 6"/>
          <p:cNvSpPr>
            <a:spLocks noGrp="1"/>
          </p:cNvSpPr>
          <p:nvPr>
            <p:ph type="sldNum" idx="21"/>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9DF9B29-B30D-4D1C-A6BD-0F78A8139F6B}"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grpSp>
        <p:nvGrpSpPr>
          <p:cNvPr id="167" name="Group 43"/>
          <p:cNvGrpSpPr/>
          <p:nvPr/>
        </p:nvGrpSpPr>
        <p:grpSpPr>
          <a:xfrm>
            <a:off x="0" y="-8640"/>
            <a:ext cx="12191400" cy="6867000"/>
            <a:chOff x="0" y="-8640"/>
            <a:chExt cx="12191400" cy="6867000"/>
          </a:xfrm>
        </p:grpSpPr>
        <p:cxnSp>
          <p:nvCxnSpPr>
            <p:cNvPr id="16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16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1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7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7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7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7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56A65F07-A40D-4678-B4DB-EA1CE82F2279}"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7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8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B4038D3F-7896-4414-988E-D5392EFB3A7E}"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181" name="PlaceHolder 1"/>
          <p:cNvSpPr>
            <a:spLocks noGrp="1"/>
          </p:cNvSpPr>
          <p:nvPr>
            <p:ph type="title"/>
          </p:nvPr>
        </p:nvSpPr>
        <p:spPr>
          <a:xfrm>
            <a:off x="677160" y="4800600"/>
            <a:ext cx="8596080" cy="56592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2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2400" b="0" u="none" strike="noStrike">
                <a:solidFill>
                  <a:schemeClr val="accent1"/>
                </a:solidFill>
                <a:effectLst/>
                <a:uFillTx/>
                <a:latin typeface="Trebuchet MS"/>
              </a:rPr>
              <a:t>Click to edit Master title style</a:t>
            </a:r>
          </a:p>
        </p:txBody>
      </p:sp>
      <p:sp>
        <p:nvSpPr>
          <p:cNvPr id="182" name="PlaceHolder 2"/>
          <p:cNvSpPr>
            <a:spLocks noGrp="1"/>
          </p:cNvSpPr>
          <p:nvPr>
            <p:ph type="body"/>
          </p:nvPr>
        </p:nvSpPr>
        <p:spPr>
          <a:xfrm>
            <a:off x="677160" y="609480"/>
            <a:ext cx="8596080" cy="3845160"/>
          </a:xfrm>
          <a:prstGeom prst="rect">
            <a:avLst/>
          </a:prstGeom>
          <a:noFill/>
          <a:ln w="0">
            <a:noFill/>
          </a:ln>
        </p:spPr>
        <p:txBody>
          <a:bodyPr lIns="90000" tIns="45000" rIns="90000" bIns="45000" anchor="t">
            <a:normAutofit/>
          </a:bodyPr>
          <a:lstStyle>
            <a:lvl1pPr indent="0" algn="ctr" defTabSz="457200">
              <a:lnSpc>
                <a:spcPct val="100000"/>
              </a:lnSpc>
              <a:buNone/>
              <a:tabLst>
                <a:tab pos="0" algn="l"/>
              </a:tabLst>
              <a:defRPr lang="en-US" sz="1600" b="0" u="none" strike="noStrike">
                <a:solidFill>
                  <a:schemeClr val="dk1"/>
                </a:solidFill>
                <a:effectLst/>
                <a:uFillTx/>
                <a:latin typeface="Trebuchet MS"/>
              </a:defRPr>
            </a:lvl1pPr>
          </a:lstStyle>
          <a:p>
            <a:pPr indent="0" algn="ctr" defTabSz="457200">
              <a:lnSpc>
                <a:spcPct val="100000"/>
              </a:lnSpc>
              <a:buNone/>
              <a:tabLst>
                <a:tab pos="0" algn="l"/>
              </a:tabLst>
            </a:pPr>
            <a:r>
              <a:rPr lang="en-US" sz="1600" b="0" u="none" strike="noStrike">
                <a:solidFill>
                  <a:schemeClr val="dk1"/>
                </a:solidFill>
                <a:effectLst/>
                <a:uFillTx/>
                <a:latin typeface="Trebuchet MS"/>
              </a:rPr>
              <a:t>Click icon to add picture</a:t>
            </a:r>
            <a:endParaRPr lang="en-US" sz="1600" b="0" u="none" strike="noStrike">
              <a:solidFill>
                <a:schemeClr val="dk1">
                  <a:lumMod val="75000"/>
                  <a:lumOff val="25000"/>
                </a:schemeClr>
              </a:solidFill>
              <a:effectLst/>
              <a:uFillTx/>
              <a:latin typeface="Trebuchet MS"/>
            </a:endParaRPr>
          </a:p>
        </p:txBody>
      </p:sp>
      <p:sp>
        <p:nvSpPr>
          <p:cNvPr id="183" name="PlaceHolder 3"/>
          <p:cNvSpPr>
            <a:spLocks noGrp="1"/>
          </p:cNvSpPr>
          <p:nvPr>
            <p:ph type="body"/>
          </p:nvPr>
        </p:nvSpPr>
        <p:spPr>
          <a:xfrm>
            <a:off x="677160" y="5367240"/>
            <a:ext cx="8596080" cy="67320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2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200" b="0" u="none" strike="noStrike">
                <a:solidFill>
                  <a:schemeClr val="dk1">
                    <a:lumMod val="75000"/>
                    <a:lumOff val="25000"/>
                  </a:schemeClr>
                </a:solidFill>
                <a:effectLst/>
                <a:uFillTx/>
                <a:latin typeface="Trebuchet MS"/>
              </a:rPr>
              <a:t>Click to edit Master text styles</a:t>
            </a:r>
          </a:p>
        </p:txBody>
      </p:sp>
      <p:sp>
        <p:nvSpPr>
          <p:cNvPr id="184" name="PlaceHolder 4"/>
          <p:cNvSpPr>
            <a:spLocks noGrp="1"/>
          </p:cNvSpPr>
          <p:nvPr>
            <p:ph type="ftr" idx="22"/>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85" name="PlaceHolder 5"/>
          <p:cNvSpPr>
            <a:spLocks noGrp="1"/>
          </p:cNvSpPr>
          <p:nvPr>
            <p:ph type="sldNum" idx="23"/>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F780E710-6BCB-47F9-9F75-53A6B5AA1984}"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
        <p:nvSpPr>
          <p:cNvPr id="186" name="PlaceHolder 6"/>
          <p:cNvSpPr>
            <a:spLocks noGrp="1"/>
          </p:cNvSpPr>
          <p:nvPr>
            <p:ph type="dt" idx="24"/>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itle and Caption">
    <p:bg>
      <p:bgPr>
        <a:solidFill>
          <a:srgbClr val="FFFFFF"/>
        </a:solidFill>
        <a:effectLst/>
      </p:bgPr>
    </p:bg>
    <p:spTree>
      <p:nvGrpSpPr>
        <p:cNvPr id="1" name=""/>
        <p:cNvGrpSpPr/>
        <p:nvPr/>
      </p:nvGrpSpPr>
      <p:grpSpPr>
        <a:xfrm>
          <a:off x="0" y="0"/>
          <a:ext cx="0" cy="0"/>
          <a:chOff x="0" y="0"/>
          <a:chExt cx="0" cy="0"/>
        </a:xfrm>
      </p:grpSpPr>
      <p:grpSp>
        <p:nvGrpSpPr>
          <p:cNvPr id="187" name="Group 43"/>
          <p:cNvGrpSpPr/>
          <p:nvPr/>
        </p:nvGrpSpPr>
        <p:grpSpPr>
          <a:xfrm>
            <a:off x="0" y="-8640"/>
            <a:ext cx="12191400" cy="6867000"/>
            <a:chOff x="0" y="-8640"/>
            <a:chExt cx="12191400" cy="6867000"/>
          </a:xfrm>
        </p:grpSpPr>
        <p:cxnSp>
          <p:nvCxnSpPr>
            <p:cNvPr id="18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18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19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9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9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9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9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9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9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9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9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9FBAA02B-BEDF-42A3-9A02-C98A51425554}"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9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0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848A7FF6-8C9D-449B-ADC6-048263D1C959}"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201" name="PlaceHolder 1"/>
          <p:cNvSpPr>
            <a:spLocks noGrp="1"/>
          </p:cNvSpPr>
          <p:nvPr>
            <p:ph type="title"/>
          </p:nvPr>
        </p:nvSpPr>
        <p:spPr>
          <a:xfrm>
            <a:off x="677160" y="609480"/>
            <a:ext cx="8596080" cy="340272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p>
        </p:txBody>
      </p:sp>
      <p:sp>
        <p:nvSpPr>
          <p:cNvPr id="202" name="PlaceHolder 2"/>
          <p:cNvSpPr>
            <a:spLocks noGrp="1"/>
          </p:cNvSpPr>
          <p:nvPr>
            <p:ph type="body"/>
          </p:nvPr>
        </p:nvSpPr>
        <p:spPr>
          <a:xfrm>
            <a:off x="677160" y="4470480"/>
            <a:ext cx="8596080" cy="157032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p>
        </p:txBody>
      </p:sp>
      <p:sp>
        <p:nvSpPr>
          <p:cNvPr id="203" name="PlaceHolder 3"/>
          <p:cNvSpPr>
            <a:spLocks noGrp="1"/>
          </p:cNvSpPr>
          <p:nvPr>
            <p:ph type="dt" idx="25"/>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04" name="PlaceHolder 4"/>
          <p:cNvSpPr>
            <a:spLocks noGrp="1"/>
          </p:cNvSpPr>
          <p:nvPr>
            <p:ph type="ftr" idx="26"/>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05" name="PlaceHolder 5"/>
          <p:cNvSpPr>
            <a:spLocks noGrp="1"/>
          </p:cNvSpPr>
          <p:nvPr>
            <p:ph type="sldNum" idx="27"/>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7213FD40-4AB6-45E2-A4BB-105D52727D43}"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with Caption">
    <p:bg>
      <p:bgPr>
        <a:solidFill>
          <a:srgbClr val="FFFFFF"/>
        </a:solidFill>
        <a:effectLst/>
      </p:bgPr>
    </p:bg>
    <p:spTree>
      <p:nvGrpSpPr>
        <p:cNvPr id="1" name=""/>
        <p:cNvGrpSpPr/>
        <p:nvPr/>
      </p:nvGrpSpPr>
      <p:grpSpPr>
        <a:xfrm>
          <a:off x="0" y="0"/>
          <a:ext cx="0" cy="0"/>
          <a:chOff x="0" y="0"/>
          <a:chExt cx="0" cy="0"/>
        </a:xfrm>
      </p:grpSpPr>
      <p:grpSp>
        <p:nvGrpSpPr>
          <p:cNvPr id="206" name="Group 43"/>
          <p:cNvGrpSpPr/>
          <p:nvPr/>
        </p:nvGrpSpPr>
        <p:grpSpPr>
          <a:xfrm>
            <a:off x="0" y="-8640"/>
            <a:ext cx="12191400" cy="6867000"/>
            <a:chOff x="0" y="-8640"/>
            <a:chExt cx="12191400" cy="6867000"/>
          </a:xfrm>
        </p:grpSpPr>
        <p:cxnSp>
          <p:nvCxnSpPr>
            <p:cNvPr id="207"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208"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20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1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11"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1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1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1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15"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16"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217"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AF3AA50E-C4CA-413B-A18B-FDE825789397}"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218"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19"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D055F1C1-B4C8-4C9A-904F-D1D8BBC89154}"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220" name="PlaceHolder 1"/>
          <p:cNvSpPr>
            <a:spLocks noGrp="1"/>
          </p:cNvSpPr>
          <p:nvPr>
            <p:ph type="title"/>
          </p:nvPr>
        </p:nvSpPr>
        <p:spPr>
          <a:xfrm>
            <a:off x="931320" y="609480"/>
            <a:ext cx="8093520" cy="30218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p>
        </p:txBody>
      </p:sp>
      <p:sp>
        <p:nvSpPr>
          <p:cNvPr id="221" name="PlaceHolder 2"/>
          <p:cNvSpPr>
            <a:spLocks noGrp="1"/>
          </p:cNvSpPr>
          <p:nvPr>
            <p:ph type="body"/>
          </p:nvPr>
        </p:nvSpPr>
        <p:spPr>
          <a:xfrm>
            <a:off x="1366200" y="3632040"/>
            <a:ext cx="7223760" cy="380160"/>
          </a:xfrm>
          <a:prstGeom prst="rect">
            <a:avLst/>
          </a:prstGeom>
          <a:noFill/>
          <a:ln w="0">
            <a:noFill/>
          </a:ln>
        </p:spPr>
        <p:txBody>
          <a:bodyPr lIns="91440" tIns="45720" rIns="91440" bIns="45720" anchor="ctr">
            <a:noAutofit/>
          </a:bodyPr>
          <a:lstStyle>
            <a:lvl1pPr indent="0" algn="l" defTabSz="457200">
              <a:lnSpc>
                <a:spcPct val="100000"/>
              </a:lnSpc>
              <a:spcBef>
                <a:spcPts val="1001"/>
              </a:spcBef>
              <a:buNone/>
              <a:tabLst>
                <a:tab pos="0" algn="l"/>
              </a:tabLst>
              <a:defRPr lang="en-US" sz="16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chemeClr val="dk1">
                  <a:lumMod val="75000"/>
                  <a:lumOff val="25000"/>
                </a:schemeClr>
              </a:solidFill>
              <a:effectLst/>
              <a:uFillTx/>
              <a:latin typeface="Trebuchet MS"/>
            </a:endParaRPr>
          </a:p>
        </p:txBody>
      </p:sp>
      <p:sp>
        <p:nvSpPr>
          <p:cNvPr id="222" name="PlaceHolder 3"/>
          <p:cNvSpPr>
            <a:spLocks noGrp="1"/>
          </p:cNvSpPr>
          <p:nvPr>
            <p:ph type="body"/>
          </p:nvPr>
        </p:nvSpPr>
        <p:spPr>
          <a:xfrm>
            <a:off x="677160" y="4470480"/>
            <a:ext cx="8596080" cy="1570320"/>
          </a:xfrm>
          <a:prstGeom prst="rect">
            <a:avLst/>
          </a:prstGeom>
          <a:noFill/>
          <a:ln w="0">
            <a:noFill/>
          </a:ln>
        </p:spPr>
        <p:txBody>
          <a:bodyPr lIns="91440" tIns="45720" rIns="91440" bIns="45720" anchor="ctr">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p>
        </p:txBody>
      </p:sp>
      <p:sp>
        <p:nvSpPr>
          <p:cNvPr id="223" name="PlaceHolder 4"/>
          <p:cNvSpPr>
            <a:spLocks noGrp="1"/>
          </p:cNvSpPr>
          <p:nvPr>
            <p:ph type="dt" idx="28"/>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24" name="PlaceHolder 5"/>
          <p:cNvSpPr>
            <a:spLocks noGrp="1"/>
          </p:cNvSpPr>
          <p:nvPr>
            <p:ph type="ftr" idx="29"/>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25" name="PlaceHolder 6"/>
          <p:cNvSpPr>
            <a:spLocks noGrp="1"/>
          </p:cNvSpPr>
          <p:nvPr>
            <p:ph type="sldNum" idx="30"/>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BD262F27-C91A-4635-A7FF-F19F3268FB90}"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
        <p:nvSpPr>
          <p:cNvPr id="226" name="TextBox 23"/>
          <p:cNvSpPr/>
          <p:nvPr/>
        </p:nvSpPr>
        <p:spPr>
          <a:xfrm>
            <a:off x="541800" y="790200"/>
            <a:ext cx="60876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
        <p:nvSpPr>
          <p:cNvPr id="227" name="TextBox 24"/>
          <p:cNvSpPr/>
          <p:nvPr/>
        </p:nvSpPr>
        <p:spPr>
          <a:xfrm>
            <a:off x="8893080" y="2886480"/>
            <a:ext cx="60876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Name Card">
    <p:bg>
      <p:bgPr>
        <a:solidFill>
          <a:srgbClr val="FFFFFF"/>
        </a:solidFill>
        <a:effectLst/>
      </p:bgPr>
    </p:bg>
    <p:spTree>
      <p:nvGrpSpPr>
        <p:cNvPr id="1" name=""/>
        <p:cNvGrpSpPr/>
        <p:nvPr/>
      </p:nvGrpSpPr>
      <p:grpSpPr>
        <a:xfrm>
          <a:off x="0" y="0"/>
          <a:ext cx="0" cy="0"/>
          <a:chOff x="0" y="0"/>
          <a:chExt cx="0" cy="0"/>
        </a:xfrm>
      </p:grpSpPr>
      <p:grpSp>
        <p:nvGrpSpPr>
          <p:cNvPr id="228" name="Group 43"/>
          <p:cNvGrpSpPr/>
          <p:nvPr/>
        </p:nvGrpSpPr>
        <p:grpSpPr>
          <a:xfrm>
            <a:off x="0" y="-8640"/>
            <a:ext cx="12191400" cy="6867000"/>
            <a:chOff x="0" y="-8640"/>
            <a:chExt cx="12191400" cy="6867000"/>
          </a:xfrm>
        </p:grpSpPr>
        <p:cxnSp>
          <p:nvCxnSpPr>
            <p:cNvPr id="229"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230"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23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3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3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3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3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3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3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3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239"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5588F2BF-EB9F-4DC4-A8EF-BEBE4501936A}"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240"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41"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00910069-6663-4663-95CC-6F1B232B61A6}"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242" name="PlaceHolder 1"/>
          <p:cNvSpPr>
            <a:spLocks noGrp="1"/>
          </p:cNvSpPr>
          <p:nvPr>
            <p:ph type="title"/>
          </p:nvPr>
        </p:nvSpPr>
        <p:spPr>
          <a:xfrm>
            <a:off x="677160" y="1932120"/>
            <a:ext cx="8596080" cy="2594880"/>
          </a:xfrm>
          <a:prstGeom prst="rect">
            <a:avLst/>
          </a:prstGeom>
          <a:noFill/>
          <a:ln w="0">
            <a:noFill/>
          </a:ln>
        </p:spPr>
        <p:txBody>
          <a:bodyPr lIns="91440" tIns="45720" rIns="91440" bIns="45720" anchor="b">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p>
        </p:txBody>
      </p:sp>
      <p:sp>
        <p:nvSpPr>
          <p:cNvPr id="243" name="PlaceHolder 2"/>
          <p:cNvSpPr>
            <a:spLocks noGrp="1"/>
          </p:cNvSpPr>
          <p:nvPr>
            <p:ph type="body"/>
          </p:nvPr>
        </p:nvSpPr>
        <p:spPr>
          <a:xfrm>
            <a:off x="677160" y="4527360"/>
            <a:ext cx="8596080" cy="1513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75000"/>
                    <a:lumOff val="25000"/>
                  </a:schemeClr>
                </a:solidFill>
                <a:effectLst/>
                <a:uFillTx/>
                <a:latin typeface="Trebuchet MS"/>
              </a:rPr>
              <a:t>Click to edit Master text styles</a:t>
            </a:r>
          </a:p>
        </p:txBody>
      </p:sp>
      <p:sp>
        <p:nvSpPr>
          <p:cNvPr id="244" name="PlaceHolder 3"/>
          <p:cNvSpPr>
            <a:spLocks noGrp="1"/>
          </p:cNvSpPr>
          <p:nvPr>
            <p:ph type="dt" idx="31"/>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45" name="PlaceHolder 4"/>
          <p:cNvSpPr>
            <a:spLocks noGrp="1"/>
          </p:cNvSpPr>
          <p:nvPr>
            <p:ph type="ftr" idx="32"/>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46" name="PlaceHolder 5"/>
          <p:cNvSpPr>
            <a:spLocks noGrp="1"/>
          </p:cNvSpPr>
          <p:nvPr>
            <p:ph type="sldNum" idx="33"/>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BCF9EC1A-554F-47D9-83E8-C92621A1C4E9}"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Name Card">
    <p:bg>
      <p:bgPr>
        <a:solidFill>
          <a:srgbClr val="FFFFFF"/>
        </a:solidFill>
        <a:effectLst/>
      </p:bgPr>
    </p:bg>
    <p:spTree>
      <p:nvGrpSpPr>
        <p:cNvPr id="1" name=""/>
        <p:cNvGrpSpPr/>
        <p:nvPr/>
      </p:nvGrpSpPr>
      <p:grpSpPr>
        <a:xfrm>
          <a:off x="0" y="0"/>
          <a:ext cx="0" cy="0"/>
          <a:chOff x="0" y="0"/>
          <a:chExt cx="0" cy="0"/>
        </a:xfrm>
      </p:grpSpPr>
      <p:grpSp>
        <p:nvGrpSpPr>
          <p:cNvPr id="247" name="Group 43"/>
          <p:cNvGrpSpPr/>
          <p:nvPr/>
        </p:nvGrpSpPr>
        <p:grpSpPr>
          <a:xfrm>
            <a:off x="0" y="-8640"/>
            <a:ext cx="12191400" cy="6867000"/>
            <a:chOff x="0" y="-8640"/>
            <a:chExt cx="12191400" cy="6867000"/>
          </a:xfrm>
        </p:grpSpPr>
        <p:cxnSp>
          <p:nvCxnSpPr>
            <p:cNvPr id="24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24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25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5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5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5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5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5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5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5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25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62889995-946F-4BA7-82CC-0889BEF0E845}"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25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6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11F92586-D707-4958-BF0E-B6B63A507899}"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261" name="PlaceHolder 1"/>
          <p:cNvSpPr>
            <a:spLocks noGrp="1"/>
          </p:cNvSpPr>
          <p:nvPr>
            <p:ph type="title"/>
          </p:nvPr>
        </p:nvSpPr>
        <p:spPr>
          <a:xfrm>
            <a:off x="931320" y="609480"/>
            <a:ext cx="8093520" cy="30218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p>
        </p:txBody>
      </p:sp>
      <p:sp>
        <p:nvSpPr>
          <p:cNvPr id="262" name="PlaceHolder 2"/>
          <p:cNvSpPr>
            <a:spLocks noGrp="1"/>
          </p:cNvSpPr>
          <p:nvPr>
            <p:ph type="body"/>
          </p:nvPr>
        </p:nvSpPr>
        <p:spPr>
          <a:xfrm>
            <a:off x="677160" y="4013280"/>
            <a:ext cx="8596080" cy="5133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dk1">
                    <a:lumMod val="75000"/>
                    <a:lumOff val="25000"/>
                  </a:schemeClr>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263" name="PlaceHolder 3"/>
          <p:cNvSpPr>
            <a:spLocks noGrp="1"/>
          </p:cNvSpPr>
          <p:nvPr>
            <p:ph type="body"/>
          </p:nvPr>
        </p:nvSpPr>
        <p:spPr>
          <a:xfrm>
            <a:off x="677160" y="4527360"/>
            <a:ext cx="8596080" cy="1513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p>
        </p:txBody>
      </p:sp>
      <p:sp>
        <p:nvSpPr>
          <p:cNvPr id="264" name="PlaceHolder 4"/>
          <p:cNvSpPr>
            <a:spLocks noGrp="1"/>
          </p:cNvSpPr>
          <p:nvPr>
            <p:ph type="dt" idx="34"/>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65" name="PlaceHolder 5"/>
          <p:cNvSpPr>
            <a:spLocks noGrp="1"/>
          </p:cNvSpPr>
          <p:nvPr>
            <p:ph type="ftr" idx="35"/>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66" name="PlaceHolder 6"/>
          <p:cNvSpPr>
            <a:spLocks noGrp="1"/>
          </p:cNvSpPr>
          <p:nvPr>
            <p:ph type="sldNum" idx="36"/>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DD643771-9DC9-4E78-9EE0-E52398B4F50A}"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
        <p:nvSpPr>
          <p:cNvPr id="267" name="TextBox 23"/>
          <p:cNvSpPr/>
          <p:nvPr/>
        </p:nvSpPr>
        <p:spPr>
          <a:xfrm>
            <a:off x="541800" y="790200"/>
            <a:ext cx="60876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
        <p:nvSpPr>
          <p:cNvPr id="268" name="TextBox 24"/>
          <p:cNvSpPr/>
          <p:nvPr/>
        </p:nvSpPr>
        <p:spPr>
          <a:xfrm>
            <a:off x="8893080" y="2886480"/>
            <a:ext cx="608760" cy="583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457200">
              <a:lnSpc>
                <a:spcPct val="100000"/>
              </a:lnSpc>
            </a:pPr>
            <a:r>
              <a:rPr lang="en-US" sz="8000" b="0" u="none" strike="noStrike">
                <a:solidFill>
                  <a:schemeClr val="accent1">
                    <a:lumMod val="60000"/>
                    <a:lumOff val="40000"/>
                  </a:schemeClr>
                </a:solidFill>
                <a:effectLst/>
                <a:uFillTx/>
                <a:latin typeface="Arial"/>
              </a:rPr>
              <a:t>”</a:t>
            </a:r>
            <a:endParaRPr lang="en-IN" sz="8000" b="0" u="none" strike="noStrike">
              <a:solidFill>
                <a:srgbClr val="000000"/>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rue or False">
    <p:bg>
      <p:bgPr>
        <a:solidFill>
          <a:srgbClr val="FFFFFF"/>
        </a:solidFill>
        <a:effectLst/>
      </p:bgPr>
    </p:bg>
    <p:spTree>
      <p:nvGrpSpPr>
        <p:cNvPr id="1" name=""/>
        <p:cNvGrpSpPr/>
        <p:nvPr/>
      </p:nvGrpSpPr>
      <p:grpSpPr>
        <a:xfrm>
          <a:off x="0" y="0"/>
          <a:ext cx="0" cy="0"/>
          <a:chOff x="0" y="0"/>
          <a:chExt cx="0" cy="0"/>
        </a:xfrm>
      </p:grpSpPr>
      <p:grpSp>
        <p:nvGrpSpPr>
          <p:cNvPr id="269" name="Group 43"/>
          <p:cNvGrpSpPr/>
          <p:nvPr/>
        </p:nvGrpSpPr>
        <p:grpSpPr>
          <a:xfrm>
            <a:off x="0" y="-8640"/>
            <a:ext cx="12191400" cy="6867000"/>
            <a:chOff x="0" y="-8640"/>
            <a:chExt cx="12191400" cy="6867000"/>
          </a:xfrm>
        </p:grpSpPr>
        <p:cxnSp>
          <p:nvCxnSpPr>
            <p:cNvPr id="270"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271"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74"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78"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79"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280"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88F7A421-9F80-4DB5-9961-ACF49FC8B5FD}"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281"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282"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14A315C7-629A-469F-9B33-693D1CC07DFA}"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283" name="PlaceHolder 1"/>
          <p:cNvSpPr>
            <a:spLocks noGrp="1"/>
          </p:cNvSpPr>
          <p:nvPr>
            <p:ph type="title"/>
          </p:nvPr>
        </p:nvSpPr>
        <p:spPr>
          <a:xfrm>
            <a:off x="685800" y="609480"/>
            <a:ext cx="8587440" cy="3021840"/>
          </a:xfrm>
          <a:prstGeom prst="rect">
            <a:avLst/>
          </a:prstGeom>
          <a:noFill/>
          <a:ln w="0">
            <a:noFill/>
          </a:ln>
        </p:spPr>
        <p:txBody>
          <a:bodyPr lIns="91440" tIns="45720" rIns="91440" bIns="45720" anchor="ctr">
            <a:normAutofit/>
          </a:bodyPr>
          <a:lstStyle>
            <a:lvl1pPr indent="0" algn="l" defTabSz="457200">
              <a:lnSpc>
                <a:spcPct val="100000"/>
              </a:lnSpc>
              <a:buNone/>
              <a:tabLst>
                <a:tab pos="0" algn="l"/>
              </a:tabLst>
              <a:defRPr lang="en-US" sz="4400" b="0" u="none" strike="noStrike">
                <a:solidFill>
                  <a:schemeClr val="accent1"/>
                </a:solidFill>
                <a:effectLst/>
                <a:uFillTx/>
                <a:latin typeface="Trebuchet MS"/>
              </a:defRPr>
            </a:lvl1pPr>
          </a:lstStyle>
          <a:p>
            <a:pPr indent="0" algn="l" defTabSz="457200">
              <a:lnSpc>
                <a:spcPct val="100000"/>
              </a:lnSpc>
              <a:buNone/>
              <a:tabLst>
                <a:tab pos="0" algn="l"/>
              </a:tabLst>
            </a:pPr>
            <a:r>
              <a:rPr lang="en-US" sz="4400" b="0" u="none" strike="noStrike">
                <a:solidFill>
                  <a:schemeClr val="accent1"/>
                </a:solidFill>
                <a:effectLst/>
                <a:uFillTx/>
                <a:latin typeface="Trebuchet MS"/>
              </a:rPr>
              <a:t>Click to edit Master title style</a:t>
            </a:r>
          </a:p>
        </p:txBody>
      </p:sp>
      <p:sp>
        <p:nvSpPr>
          <p:cNvPr id="284" name="PlaceHolder 2"/>
          <p:cNvSpPr>
            <a:spLocks noGrp="1"/>
          </p:cNvSpPr>
          <p:nvPr>
            <p:ph type="body"/>
          </p:nvPr>
        </p:nvSpPr>
        <p:spPr>
          <a:xfrm>
            <a:off x="677160" y="4013280"/>
            <a:ext cx="8596080" cy="513360"/>
          </a:xfrm>
          <a:prstGeom prst="rect">
            <a:avLst/>
          </a:prstGeom>
          <a:noFill/>
          <a:ln w="0">
            <a:noFill/>
          </a:ln>
        </p:spPr>
        <p:txBody>
          <a:bodyPr lIns="91440" tIns="45720" rIns="91440" bIns="45720" anchor="b">
            <a:noAutofit/>
          </a:bodyPr>
          <a:lstStyle>
            <a:lvl1pPr indent="0" algn="l" defTabSz="457200">
              <a:lnSpc>
                <a:spcPct val="100000"/>
              </a:lnSpc>
              <a:spcBef>
                <a:spcPts val="1001"/>
              </a:spcBef>
              <a:buNone/>
              <a:tabLst>
                <a:tab pos="0" algn="l"/>
              </a:tabLst>
              <a:defRPr lang="en-US" sz="2400" b="0" u="none" strike="noStrike">
                <a:solidFill>
                  <a:schemeClr val="accent1"/>
                </a:solidFill>
                <a:effectLst/>
                <a:uFillTx/>
                <a:latin typeface="Trebuchet MS"/>
              </a:defRPr>
            </a:lvl1pPr>
          </a:lstStyle>
          <a:p>
            <a:pPr indent="0" algn="l" defTabSz="457200">
              <a:lnSpc>
                <a:spcPct val="100000"/>
              </a:lnSpc>
              <a:spcBef>
                <a:spcPts val="1001"/>
              </a:spcBef>
              <a:buNone/>
              <a:tabLst>
                <a:tab pos="0" algn="l"/>
              </a:tabLst>
            </a:pPr>
            <a:r>
              <a:rPr lang="en-US" sz="2400" b="0" u="none" strike="noStrike">
                <a:solidFill>
                  <a:schemeClr val="accent1"/>
                </a:solidFill>
                <a:effectLst/>
                <a:uFillTx/>
                <a:latin typeface="Trebuchet MS"/>
              </a:rPr>
              <a:t>Click to edit Master text styles</a:t>
            </a:r>
            <a:endParaRPr lang="en-US" sz="2400" b="0" u="none" strike="noStrike">
              <a:solidFill>
                <a:schemeClr val="dk1">
                  <a:lumMod val="50000"/>
                  <a:lumOff val="50000"/>
                </a:schemeClr>
              </a:solidFill>
              <a:effectLst/>
              <a:uFillTx/>
              <a:latin typeface="Trebuchet MS"/>
            </a:endParaRPr>
          </a:p>
        </p:txBody>
      </p:sp>
      <p:sp>
        <p:nvSpPr>
          <p:cNvPr id="285" name="PlaceHolder 3"/>
          <p:cNvSpPr>
            <a:spLocks noGrp="1"/>
          </p:cNvSpPr>
          <p:nvPr>
            <p:ph type="body"/>
          </p:nvPr>
        </p:nvSpPr>
        <p:spPr>
          <a:xfrm>
            <a:off x="677160" y="4527360"/>
            <a:ext cx="8596080" cy="1513080"/>
          </a:xfrm>
          <a:prstGeom prst="rect">
            <a:avLst/>
          </a:prstGeom>
          <a:noFill/>
          <a:ln w="0">
            <a:noFill/>
          </a:ln>
        </p:spPr>
        <p:txBody>
          <a:bodyPr lIns="91440" tIns="45720" rIns="91440" bIns="45720" anchor="t">
            <a:normAutofit/>
          </a:bodyPr>
          <a:lstStyle>
            <a:lvl1pPr indent="0" algn="l" defTabSz="457200">
              <a:lnSpc>
                <a:spcPct val="100000"/>
              </a:lnSpc>
              <a:spcBef>
                <a:spcPts val="1001"/>
              </a:spcBef>
              <a:buNone/>
              <a:tabLst>
                <a:tab pos="0" algn="l"/>
              </a:tabLst>
              <a:defRPr lang="en-US" sz="1800" b="0" u="none" strike="noStrike">
                <a:solidFill>
                  <a:schemeClr val="dk1">
                    <a:lumMod val="50000"/>
                    <a:lumOff val="50000"/>
                  </a:schemeClr>
                </a:solidFill>
                <a:effectLst/>
                <a:uFillTx/>
                <a:latin typeface="Trebuchet MS"/>
              </a:defRPr>
            </a:lvl1pPr>
          </a:lstStyle>
          <a:p>
            <a:pPr indent="0" algn="l" defTabSz="457200">
              <a:lnSpc>
                <a:spcPct val="100000"/>
              </a:lnSpc>
              <a:spcBef>
                <a:spcPts val="1001"/>
              </a:spcBef>
              <a:buNone/>
              <a:tabLst>
                <a:tab pos="0" algn="l"/>
              </a:tabLst>
            </a:pPr>
            <a:r>
              <a:rPr lang="en-US" sz="1800" b="0" u="none" strike="noStrike">
                <a:solidFill>
                  <a:schemeClr val="dk1">
                    <a:lumMod val="50000"/>
                    <a:lumOff val="50000"/>
                  </a:schemeClr>
                </a:solidFill>
                <a:effectLst/>
                <a:uFillTx/>
                <a:latin typeface="Trebuchet MS"/>
              </a:rPr>
              <a:t>Click to edit Master text styles</a:t>
            </a:r>
          </a:p>
        </p:txBody>
      </p:sp>
      <p:sp>
        <p:nvSpPr>
          <p:cNvPr id="286" name="PlaceHolder 4"/>
          <p:cNvSpPr>
            <a:spLocks noGrp="1"/>
          </p:cNvSpPr>
          <p:nvPr>
            <p:ph type="dt" idx="37"/>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287" name="PlaceHolder 5"/>
          <p:cNvSpPr>
            <a:spLocks noGrp="1"/>
          </p:cNvSpPr>
          <p:nvPr>
            <p:ph type="ftr" idx="38"/>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88" name="PlaceHolder 6"/>
          <p:cNvSpPr>
            <a:spLocks noGrp="1"/>
          </p:cNvSpPr>
          <p:nvPr>
            <p:ph type="sldNum" idx="39"/>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4637F6BE-7A7B-4945-9C3B-1251F4E115B0}"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grpSp>
        <p:nvGrpSpPr>
          <p:cNvPr id="289" name="Group 43"/>
          <p:cNvGrpSpPr/>
          <p:nvPr/>
        </p:nvGrpSpPr>
        <p:grpSpPr>
          <a:xfrm>
            <a:off x="0" y="-8640"/>
            <a:ext cx="12191400" cy="6867000"/>
            <a:chOff x="0" y="-8640"/>
            <a:chExt cx="12191400" cy="6867000"/>
          </a:xfrm>
        </p:grpSpPr>
        <p:cxnSp>
          <p:nvCxnSpPr>
            <p:cNvPr id="290"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291"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29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9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94"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9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9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9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98"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99"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300"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286F6EA9-B3FC-4678-AD7A-D0D914FC9343}"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301"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02"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FDB1F2FE-EE32-4FEE-B962-1982239E8354}"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303"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p>
        </p:txBody>
      </p:sp>
      <p:sp>
        <p:nvSpPr>
          <p:cNvPr id="304" name="PlaceHolder 2"/>
          <p:cNvSpPr>
            <a:spLocks noGrp="1"/>
          </p:cNvSpPr>
          <p:nvPr>
            <p:ph type="body"/>
          </p:nvPr>
        </p:nvSpPr>
        <p:spPr>
          <a:xfrm>
            <a:off x="677160" y="2160720"/>
            <a:ext cx="8596080" cy="3880080"/>
          </a:xfrm>
          <a:prstGeom prst="rect">
            <a:avLst/>
          </a:prstGeom>
          <a:noFill/>
          <a:ln w="0">
            <a:noFill/>
          </a:ln>
        </p:spPr>
        <p:txBody>
          <a:bodyPr vert="eaVert"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p>
        </p:txBody>
      </p:sp>
      <p:sp>
        <p:nvSpPr>
          <p:cNvPr id="305" name="PlaceHolder 3"/>
          <p:cNvSpPr>
            <a:spLocks noGrp="1"/>
          </p:cNvSpPr>
          <p:nvPr>
            <p:ph type="dt" idx="40"/>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06" name="PlaceHolder 4"/>
          <p:cNvSpPr>
            <a:spLocks noGrp="1"/>
          </p:cNvSpPr>
          <p:nvPr>
            <p:ph type="ftr" idx="41"/>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07" name="PlaceHolder 5"/>
          <p:cNvSpPr>
            <a:spLocks noGrp="1"/>
          </p:cNvSpPr>
          <p:nvPr>
            <p:ph type="sldNum" idx="42"/>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62FEB6EA-D87C-4442-8B5C-0460AB67CA86}"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grpSp>
        <p:nvGrpSpPr>
          <p:cNvPr id="308" name="Group 43"/>
          <p:cNvGrpSpPr/>
          <p:nvPr/>
        </p:nvGrpSpPr>
        <p:grpSpPr>
          <a:xfrm>
            <a:off x="0" y="-8640"/>
            <a:ext cx="12191400" cy="6867000"/>
            <a:chOff x="0" y="-8640"/>
            <a:chExt cx="12191400" cy="6867000"/>
          </a:xfrm>
        </p:grpSpPr>
        <p:cxnSp>
          <p:nvCxnSpPr>
            <p:cNvPr id="309"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310"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31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1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13"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1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1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1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17"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18"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319"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9257D731-536C-490C-AED5-12DE865E19FB}"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320"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21"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6990ABB8-3EA0-4D4C-BB6D-7F460BDA34EC}"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322" name="PlaceHolder 1"/>
          <p:cNvSpPr>
            <a:spLocks noGrp="1"/>
          </p:cNvSpPr>
          <p:nvPr>
            <p:ph type="title"/>
          </p:nvPr>
        </p:nvSpPr>
        <p:spPr>
          <a:xfrm>
            <a:off x="7967520" y="609480"/>
            <a:ext cx="1303920" cy="5250600"/>
          </a:xfrm>
          <a:prstGeom prst="rect">
            <a:avLst/>
          </a:prstGeom>
          <a:noFill/>
          <a:ln w="0">
            <a:noFill/>
          </a:ln>
        </p:spPr>
        <p:txBody>
          <a:bodyPr vert="eaVert" lIns="91440" tIns="45720" rIns="91440" bIns="45720" anchor="ctr">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p>
        </p:txBody>
      </p:sp>
      <p:sp>
        <p:nvSpPr>
          <p:cNvPr id="323" name="PlaceHolder 2"/>
          <p:cNvSpPr>
            <a:spLocks noGrp="1"/>
          </p:cNvSpPr>
          <p:nvPr>
            <p:ph type="body"/>
          </p:nvPr>
        </p:nvSpPr>
        <p:spPr>
          <a:xfrm>
            <a:off x="677160" y="609480"/>
            <a:ext cx="7059600" cy="5250600"/>
          </a:xfrm>
          <a:prstGeom prst="rect">
            <a:avLst/>
          </a:prstGeom>
          <a:noFill/>
          <a:ln w="0">
            <a:noFill/>
          </a:ln>
        </p:spPr>
        <p:txBody>
          <a:bodyPr vert="eaVert"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p>
        </p:txBody>
      </p:sp>
      <p:sp>
        <p:nvSpPr>
          <p:cNvPr id="324" name="PlaceHolder 3"/>
          <p:cNvSpPr>
            <a:spLocks noGrp="1"/>
          </p:cNvSpPr>
          <p:nvPr>
            <p:ph type="dt" idx="43"/>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25" name="PlaceHolder 4"/>
          <p:cNvSpPr>
            <a:spLocks noGrp="1"/>
          </p:cNvSpPr>
          <p:nvPr>
            <p:ph type="ftr" idx="44"/>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26" name="PlaceHolder 5"/>
          <p:cNvSpPr>
            <a:spLocks noGrp="1"/>
          </p:cNvSpPr>
          <p:nvPr>
            <p:ph type="sldNum" idx="45"/>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00774AE-FA46-4FBB-AF1A-C1895E430469}"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grpSp>
        <p:nvGrpSpPr>
          <p:cNvPr id="327" name="Group 43"/>
          <p:cNvGrpSpPr/>
          <p:nvPr/>
        </p:nvGrpSpPr>
        <p:grpSpPr>
          <a:xfrm>
            <a:off x="0" y="-8640"/>
            <a:ext cx="12191400" cy="6867000"/>
            <a:chOff x="0" y="-8640"/>
            <a:chExt cx="12191400" cy="6867000"/>
          </a:xfrm>
        </p:grpSpPr>
        <p:cxnSp>
          <p:nvCxnSpPr>
            <p:cNvPr id="32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32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33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3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3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3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3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3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3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3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33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168D40F5-D681-42EF-9E18-57C641D185BA}"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33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4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A005DC6D-3860-46F3-8A4B-51684E938267}"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341" name="PlaceHolder 1"/>
          <p:cNvSpPr>
            <a:spLocks noGrp="1"/>
          </p:cNvSpPr>
          <p:nvPr>
            <p:ph type="title"/>
          </p:nvPr>
        </p:nvSpPr>
        <p:spPr>
          <a:xfrm>
            <a:off x="677160" y="609480"/>
            <a:ext cx="8596080" cy="132012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3600" b="0" u="none" strike="noStrike">
                <a:solidFill>
                  <a:schemeClr val="accent1"/>
                </a:solidFill>
                <a:effectLst/>
                <a:uFillTx/>
                <a:latin typeface="Trebuchet MS"/>
              </a:defRPr>
            </a:lvl1pPr>
          </a:lstStyle>
          <a:p>
            <a:pPr indent="0" algn="l" defTabSz="457200">
              <a:lnSpc>
                <a:spcPct val="100000"/>
              </a:lnSpc>
              <a:buNone/>
              <a:tabLst>
                <a:tab pos="0" algn="l"/>
              </a:tabLst>
            </a:pPr>
            <a:r>
              <a:rPr lang="en-US" sz="3600" b="0" u="none" strike="noStrike">
                <a:solidFill>
                  <a:schemeClr val="accent1"/>
                </a:solidFill>
                <a:effectLst/>
                <a:uFillTx/>
                <a:latin typeface="Trebuchet MS"/>
              </a:rPr>
              <a:t>Click to edit Master title style</a:t>
            </a:r>
          </a:p>
        </p:txBody>
      </p:sp>
      <p:sp>
        <p:nvSpPr>
          <p:cNvPr id="342" name="PlaceHolder 2"/>
          <p:cNvSpPr>
            <a:spLocks noGrp="1"/>
          </p:cNvSpPr>
          <p:nvPr>
            <p:ph type="body"/>
          </p:nvPr>
        </p:nvSpPr>
        <p:spPr>
          <a:xfrm>
            <a:off x="677160" y="2160720"/>
            <a:ext cx="8596080" cy="388008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5FCBEF"/>
              </a:buClr>
              <a:buSzPct val="80000"/>
              <a:buFont typeface="Wingdings 3" charset="2"/>
              <a:buChar char=""/>
              <a:defRPr lang="en-US" sz="1800" b="0" u="none" strike="noStrike">
                <a:solidFill>
                  <a:schemeClr val="dk1">
                    <a:lumMod val="75000"/>
                    <a:lumOff val="25000"/>
                  </a:schemeClr>
                </a:solidFill>
                <a:effectLst/>
                <a:uFillTx/>
                <a:latin typeface="Trebuchet MS"/>
              </a:defRPr>
            </a:lvl1pPr>
            <a:lvl2pPr lvl="1" algn="l" defTabSz="457200">
              <a:lnSpc>
                <a:spcPct val="100000"/>
              </a:lnSpc>
              <a:spcBef>
                <a:spcPts val="1001"/>
              </a:spcBef>
              <a:buClr>
                <a:srgbClr val="5FCBEF"/>
              </a:buClr>
              <a:buSzPct val="80000"/>
              <a:buFont typeface="Wingdings 3" charset="2"/>
              <a:buChar char=""/>
              <a:defRPr lang="en-US" sz="1600" b="0" u="none" strike="noStrike">
                <a:solidFill>
                  <a:schemeClr val="dk1">
                    <a:lumMod val="75000"/>
                    <a:lumOff val="25000"/>
                  </a:schemeClr>
                </a:solidFill>
                <a:effectLst/>
                <a:uFillTx/>
                <a:latin typeface="Trebuchet MS"/>
              </a:defRPr>
            </a:lvl2pPr>
            <a:lvl3pPr lvl="2" algn="l" defTabSz="457200">
              <a:lnSpc>
                <a:spcPct val="100000"/>
              </a:lnSpc>
              <a:spcBef>
                <a:spcPts val="1001"/>
              </a:spcBef>
              <a:buClr>
                <a:srgbClr val="5FCBEF"/>
              </a:buClr>
              <a:buSzPct val="80000"/>
              <a:buFont typeface="Wingdings 3" charset="2"/>
              <a:buChar char=""/>
              <a:defRPr lang="en-US" sz="1400" b="0" u="none" strike="noStrike">
                <a:solidFill>
                  <a:schemeClr val="dk1">
                    <a:lumMod val="75000"/>
                    <a:lumOff val="25000"/>
                  </a:schemeClr>
                </a:solidFill>
                <a:effectLst/>
                <a:uFillTx/>
                <a:latin typeface="Trebuchet MS"/>
              </a:defRPr>
            </a:lvl3pPr>
            <a:lvl4pPr lvl="3"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4pPr>
            <a:lvl5pPr lvl="4" algn="l" defTabSz="457200">
              <a:lnSpc>
                <a:spcPct val="100000"/>
              </a:lnSpc>
              <a:spcBef>
                <a:spcPts val="1001"/>
              </a:spcBef>
              <a:buClr>
                <a:srgbClr val="5FCBEF"/>
              </a:buClr>
              <a:buSzPct val="80000"/>
              <a:buFont typeface="Wingdings 3" charset="2"/>
              <a:buChar char=""/>
              <a:defRPr lang="en-US" sz="1200" b="0" u="none" strike="noStrike">
                <a:solidFill>
                  <a:schemeClr val="dk1">
                    <a:lumMod val="75000"/>
                    <a:lumOff val="25000"/>
                  </a:schemeClr>
                </a:solidFill>
                <a:effectLst/>
                <a:uFillTx/>
                <a:latin typeface="Trebuchet MS"/>
              </a:defRPr>
            </a:lvl5pPr>
          </a:lstStyle>
          <a:p>
            <a:pPr marL="343080" indent="-343080" algn="l" defTabSz="457200">
              <a:lnSpc>
                <a:spcPct val="100000"/>
              </a:lnSpc>
              <a:spcBef>
                <a:spcPts val="1001"/>
              </a:spcBef>
              <a:buClr>
                <a:srgbClr val="5FCBEF"/>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p>
          <a:p>
            <a:pPr marL="743040" lvl="1" indent="-285840" algn="l" defTabSz="457200">
              <a:lnSpc>
                <a:spcPct val="100000"/>
              </a:lnSpc>
              <a:spcBef>
                <a:spcPts val="1001"/>
              </a:spcBef>
              <a:buClr>
                <a:srgbClr val="5FCBEF"/>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p>
          <a:p>
            <a:pPr marL="1143000" lvl="2" indent="-228600" algn="l" defTabSz="457200">
              <a:lnSpc>
                <a:spcPct val="100000"/>
              </a:lnSpc>
              <a:spcBef>
                <a:spcPts val="1001"/>
              </a:spcBef>
              <a:buClr>
                <a:srgbClr val="5FCBEF"/>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p>
          <a:p>
            <a:pPr marL="1600200" lvl="3"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p>
          <a:p>
            <a:pPr marL="2057400" lvl="4" indent="-228600" algn="l" defTabSz="457200">
              <a:lnSpc>
                <a:spcPct val="100000"/>
              </a:lnSpc>
              <a:spcBef>
                <a:spcPts val="1001"/>
              </a:spcBef>
              <a:buClr>
                <a:srgbClr val="5FCBEF"/>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p>
        </p:txBody>
      </p:sp>
      <p:sp>
        <p:nvSpPr>
          <p:cNvPr id="343" name="PlaceHolder 3"/>
          <p:cNvSpPr>
            <a:spLocks noGrp="1"/>
          </p:cNvSpPr>
          <p:nvPr>
            <p:ph type="dt" idx="46"/>
          </p:nvPr>
        </p:nvSpPr>
        <p:spPr>
          <a:xfrm>
            <a:off x="7205040" y="6041520"/>
            <a:ext cx="9111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dk1">
                    <a:tint val="75000"/>
                  </a:schemeClr>
                </a:solidFill>
                <a:effectLst/>
                <a:uFillTx/>
                <a:latin typeface="Trebuchet MS"/>
              </a:defRPr>
            </a:lvl1pPr>
          </a:lstStyle>
          <a:p>
            <a:pPr indent="0" algn="r" defTabSz="457200">
              <a:lnSpc>
                <a:spcPct val="100000"/>
              </a:lnSpc>
              <a:buNone/>
              <a:tabLst>
                <a:tab pos="0" algn="l"/>
              </a:tabLst>
            </a:pPr>
            <a:r>
              <a:rPr lang="en-US" sz="900" b="0" u="none" strike="noStrike">
                <a:solidFill>
                  <a:schemeClr val="dk1">
                    <a:tint val="75000"/>
                  </a:schemeClr>
                </a:solidFill>
                <a:effectLst/>
                <a:uFillTx/>
                <a:latin typeface="Trebuchet MS"/>
              </a:rPr>
              <a:t>&lt;date/time&gt;</a:t>
            </a:r>
            <a:endParaRPr lang="en-IN" sz="900" b="0" u="none" strike="noStrike">
              <a:solidFill>
                <a:srgbClr val="000000"/>
              </a:solidFill>
              <a:effectLst/>
              <a:uFillTx/>
              <a:latin typeface="Times New Roman"/>
            </a:endParaRPr>
          </a:p>
        </p:txBody>
      </p:sp>
      <p:sp>
        <p:nvSpPr>
          <p:cNvPr id="344" name="PlaceHolder 4"/>
          <p:cNvSpPr>
            <a:spLocks noGrp="1"/>
          </p:cNvSpPr>
          <p:nvPr>
            <p:ph type="ftr" idx="47"/>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45" name="PlaceHolder 5"/>
          <p:cNvSpPr>
            <a:spLocks noGrp="1"/>
          </p:cNvSpPr>
          <p:nvPr>
            <p:ph type="sldNum" idx="48"/>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5FFB2326-87B4-4BD2-8BC1-F1ED3B453938}"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Quote">
    <p:bg>
      <p:bgPr>
        <a:solidFill>
          <a:srgbClr val="FFFFFF"/>
        </a:solidFill>
        <a:effectLst/>
      </p:bgPr>
    </p:bg>
    <p:spTree>
      <p:nvGrpSpPr>
        <p:cNvPr id="1" name=""/>
        <p:cNvGrpSpPr/>
        <p:nvPr/>
      </p:nvGrpSpPr>
      <p:grpSpPr>
        <a:xfrm>
          <a:off x="0" y="0"/>
          <a:ext cx="0" cy="0"/>
          <a:chOff x="0" y="0"/>
          <a:chExt cx="0" cy="0"/>
        </a:xfrm>
      </p:grpSpPr>
      <p:grpSp>
        <p:nvGrpSpPr>
          <p:cNvPr id="346" name="Group 43"/>
          <p:cNvGrpSpPr/>
          <p:nvPr/>
        </p:nvGrpSpPr>
        <p:grpSpPr>
          <a:xfrm>
            <a:off x="0" y="-8640"/>
            <a:ext cx="12191400" cy="6867000"/>
            <a:chOff x="0" y="-8640"/>
            <a:chExt cx="12191400" cy="6867000"/>
          </a:xfrm>
        </p:grpSpPr>
        <p:cxnSp>
          <p:nvCxnSpPr>
            <p:cNvPr id="347"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348"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34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5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51"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5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5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5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55"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56"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357"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C77F2EF8-1BA3-4F22-9480-2695AC66D9AD}"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358"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59"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8453A964-0E04-4C2C-ADED-EBF52F6EB304}"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360" name="PlaceHolder 1"/>
          <p:cNvSpPr>
            <a:spLocks noGrp="1"/>
          </p:cNvSpPr>
          <p:nvPr>
            <p:ph type="body"/>
          </p:nvPr>
        </p:nvSpPr>
        <p:spPr>
          <a:xfrm>
            <a:off x="6312960" y="4142160"/>
            <a:ext cx="4220280" cy="860760"/>
          </a:xfrm>
          <a:prstGeom prst="rect">
            <a:avLst/>
          </a:prstGeom>
          <a:noFill/>
          <a:ln w="0">
            <a:noFill/>
          </a:ln>
        </p:spPr>
        <p:txBody>
          <a:bodyPr lIns="91440" tIns="45720" rIns="91440" bIns="45720" anchor="t">
            <a:noAutofit/>
          </a:bodyPr>
          <a:lstStyle>
            <a:lvl1pPr indent="0" algn="l" defTabSz="457200">
              <a:lnSpc>
                <a:spcPct val="100000"/>
              </a:lnSpc>
              <a:spcBef>
                <a:spcPts val="1001"/>
              </a:spcBef>
              <a:buNone/>
              <a:tabLst>
                <a:tab pos="0" algn="l"/>
              </a:tabLst>
              <a:defRPr lang="en-US" sz="2000" b="1" u="none" strike="noStrike">
                <a:solidFill>
                  <a:schemeClr val="accent4"/>
                </a:solidFill>
                <a:effectLst/>
                <a:uFillTx/>
                <a:latin typeface="Trebuchet MS"/>
              </a:defRPr>
            </a:lvl1pPr>
            <a:lvl2pPr marL="743040" indent="-285840" algn="l" defTabSz="457200">
              <a:lnSpc>
                <a:spcPct val="100000"/>
              </a:lnSpc>
              <a:spcBef>
                <a:spcPts val="1001"/>
              </a:spcBef>
              <a:buNone/>
              <a:tabLst>
                <a:tab pos="0" algn="l"/>
              </a:tabLst>
              <a:defRPr lang="en-US" sz="2000" b="0" u="none" strike="noStrike">
                <a:solidFill>
                  <a:schemeClr val="dk1">
                    <a:lumMod val="75000"/>
                    <a:lumOff val="25000"/>
                  </a:schemeClr>
                </a:solidFill>
                <a:effectLst/>
                <a:uFillTx/>
                <a:latin typeface="Trebuchet MS"/>
              </a:defRPr>
            </a:lvl2pPr>
          </a:lstStyle>
          <a:p>
            <a:pPr indent="0" algn="l"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a:p>
            <a:pPr marL="743040" indent="-285840" algn="l" defTabSz="457200">
              <a:lnSpc>
                <a:spcPct val="100000"/>
              </a:lnSpc>
              <a:spcBef>
                <a:spcPts val="1001"/>
              </a:spcBef>
              <a:buNone/>
              <a:tabLst>
                <a:tab pos="0" algn="l"/>
              </a:tabLst>
            </a:pPr>
            <a:r>
              <a:rPr lang="en-US" sz="2000" b="0" u="none" strike="noStrike">
                <a:solidFill>
                  <a:schemeClr val="dk1">
                    <a:lumMod val="75000"/>
                    <a:lumOff val="25000"/>
                  </a:schemeClr>
                </a:solidFill>
                <a:effectLst/>
                <a:uFillTx/>
                <a:latin typeface="Trebuchet MS"/>
              </a:rPr>
              <a:t>Second level</a:t>
            </a:r>
            <a:endParaRPr lang="en-US" sz="2000" b="0" u="none" strike="noStrike">
              <a:solidFill>
                <a:schemeClr val="dk1"/>
              </a:solidFill>
              <a:effectLst/>
              <a:uFillTx/>
              <a:latin typeface="Trebuchet MS"/>
            </a:endParaRPr>
          </a:p>
        </p:txBody>
      </p:sp>
      <p:sp>
        <p:nvSpPr>
          <p:cNvPr id="361" name="Hexagon 14"/>
          <p:cNvSpPr/>
          <p:nvPr/>
        </p:nvSpPr>
        <p:spPr>
          <a:xfrm>
            <a:off x="740160" y="1382760"/>
            <a:ext cx="1228680" cy="105912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362" name="Hexagon 15"/>
          <p:cNvSpPr/>
          <p:nvPr/>
        </p:nvSpPr>
        <p:spPr>
          <a:xfrm>
            <a:off x="3755160" y="1194480"/>
            <a:ext cx="1665360" cy="1435680"/>
          </a:xfrm>
          <a:prstGeom prst="hexagon">
            <a:avLst>
              <a:gd name="adj" fmla="val 25000"/>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363" name="Hexagon 16"/>
          <p:cNvSpPr/>
          <p:nvPr/>
        </p:nvSpPr>
        <p:spPr>
          <a:xfrm>
            <a:off x="3804840" y="5233320"/>
            <a:ext cx="717480" cy="618480"/>
          </a:xfrm>
          <a:prstGeom prst="hexagon">
            <a:avLst>
              <a:gd name="adj" fmla="val 25000"/>
              <a:gd name="vf" fmla="val 115470"/>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364" name="Hexagon 17"/>
          <p:cNvSpPr/>
          <p:nvPr/>
        </p:nvSpPr>
        <p:spPr>
          <a:xfrm>
            <a:off x="1837800" y="1101240"/>
            <a:ext cx="650880" cy="560880"/>
          </a:xfrm>
          <a:prstGeom prst="hexagon">
            <a:avLst>
              <a:gd name="adj" fmla="val 25000"/>
              <a:gd name="vf" fmla="val 115470"/>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365" name="PlaceHolder 2"/>
          <p:cNvSpPr>
            <a:spLocks noGrp="1"/>
          </p:cNvSpPr>
          <p:nvPr>
            <p:ph type="body"/>
          </p:nvPr>
        </p:nvSpPr>
        <p:spPr>
          <a:xfrm>
            <a:off x="1571400" y="1914120"/>
            <a:ext cx="3992760" cy="361728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366" name="PlaceHolder 3"/>
          <p:cNvSpPr>
            <a:spLocks noGrp="1"/>
          </p:cNvSpPr>
          <p:nvPr>
            <p:ph type="title"/>
          </p:nvPr>
        </p:nvSpPr>
        <p:spPr>
          <a:xfrm>
            <a:off x="6312960" y="2050560"/>
            <a:ext cx="4997880" cy="1748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2800" b="0" u="none" strike="noStrike">
                <a:solidFill>
                  <a:schemeClr val="dk1"/>
                </a:solidFill>
                <a:effectLst/>
                <a:uFillTx/>
                <a:latin typeface="Trebuchet MS"/>
              </a:defRPr>
            </a:lvl1pPr>
          </a:lstStyle>
          <a:p>
            <a:pPr indent="0" algn="l" defTabSz="457200">
              <a:lnSpc>
                <a:spcPct val="100000"/>
              </a:lnSpc>
              <a:buNone/>
              <a:tabLst>
                <a:tab pos="0" algn="l"/>
              </a:tabLst>
            </a:pPr>
            <a:r>
              <a:rPr lang="en-US" sz="2800" b="0" u="none" strike="noStrike">
                <a:solidFill>
                  <a:schemeClr val="dk1"/>
                </a:solidFill>
                <a:effectLst/>
                <a:uFillTx/>
                <a:latin typeface="Trebuchet MS"/>
              </a:rPr>
              <a:t>Click to edit Master title style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Introduction">
    <p:bg>
      <p:bgPr>
        <a:solidFill>
          <a:srgbClr val="FFFFFF"/>
        </a:solidFill>
        <a:effectLst/>
      </p:bgPr>
    </p:bg>
    <p:spTree>
      <p:nvGrpSpPr>
        <p:cNvPr id="1" name=""/>
        <p:cNvGrpSpPr/>
        <p:nvPr/>
      </p:nvGrpSpPr>
      <p:grpSpPr>
        <a:xfrm>
          <a:off x="0" y="0"/>
          <a:ext cx="0" cy="0"/>
          <a:chOff x="0" y="0"/>
          <a:chExt cx="0" cy="0"/>
        </a:xfrm>
      </p:grpSpPr>
      <p:grpSp>
        <p:nvGrpSpPr>
          <p:cNvPr id="367" name="Group 43"/>
          <p:cNvGrpSpPr/>
          <p:nvPr/>
        </p:nvGrpSpPr>
        <p:grpSpPr>
          <a:xfrm>
            <a:off x="0" y="-8640"/>
            <a:ext cx="12191400" cy="6867000"/>
            <a:chOff x="0" y="-8640"/>
            <a:chExt cx="12191400" cy="6867000"/>
          </a:xfrm>
        </p:grpSpPr>
        <p:cxnSp>
          <p:nvCxnSpPr>
            <p:cNvPr id="36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36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3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7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7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7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37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D0D43A29-8FA8-4A51-A512-2B5D10BA549F}"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37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38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63666590-46C1-4908-AC74-6CCE2CC37BAB}"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381" name="Oval 9"/>
          <p:cNvSpPr/>
          <p:nvPr/>
        </p:nvSpPr>
        <p:spPr>
          <a:xfrm>
            <a:off x="7362720" y="443160"/>
            <a:ext cx="361080" cy="36108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accent5"/>
              </a:solidFill>
              <a:effectLst/>
              <a:uFillTx/>
              <a:latin typeface="Trebuchet MS"/>
            </a:endParaRPr>
          </a:p>
        </p:txBody>
      </p:sp>
      <p:sp>
        <p:nvSpPr>
          <p:cNvPr id="382" name="Oval 13"/>
          <p:cNvSpPr/>
          <p:nvPr/>
        </p:nvSpPr>
        <p:spPr>
          <a:xfrm>
            <a:off x="11007360" y="5605920"/>
            <a:ext cx="653400" cy="653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accent5"/>
              </a:solidFill>
              <a:effectLst/>
              <a:uFillTx/>
              <a:latin typeface="Trebuchet MS"/>
            </a:endParaRPr>
          </a:p>
        </p:txBody>
      </p:sp>
      <p:sp>
        <p:nvSpPr>
          <p:cNvPr id="383" name="Oval 15"/>
          <p:cNvSpPr/>
          <p:nvPr/>
        </p:nvSpPr>
        <p:spPr>
          <a:xfrm>
            <a:off x="10683720" y="6132600"/>
            <a:ext cx="250560" cy="2505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accent5"/>
              </a:solidFill>
              <a:effectLst/>
              <a:uFillTx/>
              <a:latin typeface="Trebuchet MS"/>
            </a:endParaRPr>
          </a:p>
        </p:txBody>
      </p:sp>
      <p:sp>
        <p:nvSpPr>
          <p:cNvPr id="384" name="PlaceHolder 1"/>
          <p:cNvSpPr>
            <a:spLocks noGrp="1"/>
          </p:cNvSpPr>
          <p:nvPr>
            <p:ph type="body"/>
          </p:nvPr>
        </p:nvSpPr>
        <p:spPr>
          <a:xfrm>
            <a:off x="5733360" y="624240"/>
            <a:ext cx="5855040" cy="563076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endParaRPr lang="en-US" sz="1800" b="0" u="none" strike="noStrike">
              <a:solidFill>
                <a:schemeClr val="dk1">
                  <a:lumMod val="75000"/>
                  <a:lumOff val="25000"/>
                </a:schemeClr>
              </a:solidFill>
              <a:effectLst/>
              <a:uFillTx/>
              <a:latin typeface="Trebuchet MS"/>
            </a:endParaRPr>
          </a:p>
        </p:txBody>
      </p:sp>
      <p:sp>
        <p:nvSpPr>
          <p:cNvPr id="385" name="PlaceHolder 2"/>
          <p:cNvSpPr>
            <a:spLocks noGrp="1"/>
          </p:cNvSpPr>
          <p:nvPr>
            <p:ph type="body"/>
          </p:nvPr>
        </p:nvSpPr>
        <p:spPr>
          <a:xfrm>
            <a:off x="660240" y="2044800"/>
            <a:ext cx="4274280" cy="3560040"/>
          </a:xfrm>
          <a:prstGeom prst="rect">
            <a:avLst/>
          </a:prstGeom>
          <a:noFill/>
          <a:ln w="0">
            <a:noFill/>
          </a:ln>
        </p:spPr>
        <p:txBody>
          <a:bodyPr lIns="91440" tIns="45720" rIns="91440" bIns="45720" anchor="t">
            <a:noAutofit/>
          </a:bodyPr>
          <a:lstStyle>
            <a:lvl1pPr algn="l" defTabSz="457200">
              <a:lnSpc>
                <a:spcPct val="150000"/>
              </a:lnSpc>
              <a:spcBef>
                <a:spcPts val="1001"/>
              </a:spcBef>
              <a:buClr>
                <a:srgbClr val="2E946B"/>
              </a:buClr>
              <a:buSzPct val="80000"/>
              <a:buFont typeface="Wingdings" charset="2"/>
              <a:buChar char=""/>
              <a:tabLst>
                <a:tab pos="0" algn="l"/>
              </a:tabLst>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50000"/>
              </a:lnSpc>
              <a:spcBef>
                <a:spcPts val="1001"/>
              </a:spcBef>
              <a:buClr>
                <a:srgbClr val="2E946B"/>
              </a:buClr>
              <a:buSzPct val="80000"/>
              <a:buFont typeface="Wingdings" charset="2"/>
              <a:buChar char=""/>
              <a:tabLst>
                <a:tab pos="0" algn="l"/>
              </a:tabLst>
            </a:pPr>
            <a:r>
              <a:rPr lang="en-US" sz="2000" b="0" u="none" strike="noStrike">
                <a:solidFill>
                  <a:schemeClr val="dk1">
                    <a:lumMod val="75000"/>
                    <a:lumOff val="25000"/>
                  </a:schemeClr>
                </a:solidFill>
                <a:effectLst/>
                <a:uFillTx/>
                <a:latin typeface="Trebuchet MS"/>
              </a:rPr>
              <a:t>Click to edit Master text styles</a:t>
            </a:r>
          </a:p>
        </p:txBody>
      </p:sp>
      <p:sp>
        <p:nvSpPr>
          <p:cNvPr id="386" name="PlaceHolder 3"/>
          <p:cNvSpPr>
            <a:spLocks noGrp="1"/>
          </p:cNvSpPr>
          <p:nvPr>
            <p:ph type="title"/>
          </p:nvPr>
        </p:nvSpPr>
        <p:spPr>
          <a:xfrm>
            <a:off x="660240" y="805320"/>
            <a:ext cx="4274280" cy="830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800" b="1" u="none" strike="noStrike">
                <a:solidFill>
                  <a:schemeClr val="dk1"/>
                </a:solidFill>
                <a:effectLst/>
                <a:uFillTx/>
                <a:latin typeface="Trebuchet MS"/>
              </a:defRPr>
            </a:lvl1pPr>
          </a:lstStyle>
          <a:p>
            <a:pPr indent="0" algn="l" defTabSz="457200">
              <a:lnSpc>
                <a:spcPct val="100000"/>
              </a:lnSpc>
              <a:buNone/>
              <a:tabLst>
                <a:tab pos="0" algn="l"/>
              </a:tabLst>
            </a:pPr>
            <a:r>
              <a:rPr lang="en-US" sz="4800" b="1" u="none" strike="noStrike">
                <a:solidFill>
                  <a:schemeClr val="dk1"/>
                </a:solidFill>
                <a:effectLst/>
                <a:uFillTx/>
                <a:latin typeface="Trebuchet MS"/>
              </a:rPr>
              <a:t>Click to edit Master title style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rgbClr val="FFFFFF"/>
        </a:solidFill>
        <a:effectLst/>
      </p:bgPr>
    </p:bg>
    <p:spTree>
      <p:nvGrpSpPr>
        <p:cNvPr id="1" name=""/>
        <p:cNvGrpSpPr/>
        <p:nvPr/>
      </p:nvGrpSpPr>
      <p:grpSpPr>
        <a:xfrm>
          <a:off x="0" y="0"/>
          <a:ext cx="0" cy="0"/>
          <a:chOff x="0" y="0"/>
          <a:chExt cx="0" cy="0"/>
        </a:xfrm>
      </p:grpSpPr>
      <p:grpSp>
        <p:nvGrpSpPr>
          <p:cNvPr id="387" name="Group 43"/>
          <p:cNvGrpSpPr/>
          <p:nvPr/>
        </p:nvGrpSpPr>
        <p:grpSpPr>
          <a:xfrm>
            <a:off x="0" y="-8640"/>
            <a:ext cx="12191400" cy="6867000"/>
            <a:chOff x="0" y="-8640"/>
            <a:chExt cx="12191400" cy="6867000"/>
          </a:xfrm>
        </p:grpSpPr>
        <p:cxnSp>
          <p:nvCxnSpPr>
            <p:cNvPr id="38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38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39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9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9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9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9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9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39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39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39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FD7B7CF2-C5ED-4A5F-A038-57BE8600F1BC}"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39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0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1BBD2A62-A31B-4DF8-9269-F200617522CA}"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401" name="PlaceHolder 1"/>
          <p:cNvSpPr>
            <a:spLocks noGrp="1"/>
          </p:cNvSpPr>
          <p:nvPr>
            <p:ph type="body"/>
          </p:nvPr>
        </p:nvSpPr>
        <p:spPr>
          <a:xfrm>
            <a:off x="660240" y="2044800"/>
            <a:ext cx="4274280" cy="3560040"/>
          </a:xfrm>
          <a:prstGeom prst="rect">
            <a:avLst/>
          </a:prstGeom>
          <a:noFill/>
          <a:ln w="0">
            <a:noFill/>
          </a:ln>
        </p:spPr>
        <p:txBody>
          <a:bodyPr lIns="91440" tIns="45720" rIns="91440" bIns="45720" anchor="t">
            <a:noAutofit/>
          </a:bodyPr>
          <a:lstStyle>
            <a:lvl1pPr algn="l" defTabSz="457200">
              <a:lnSpc>
                <a:spcPct val="100000"/>
              </a:lnSpc>
              <a:spcBef>
                <a:spcPts val="1001"/>
              </a:spcBef>
              <a:buClr>
                <a:srgbClr val="2E946B"/>
              </a:buClr>
              <a:buSzPct val="80000"/>
              <a:buFont typeface="Wingdings" charset="2"/>
              <a:buChar char=""/>
              <a:defRPr lang="en-US" sz="2000" b="0" u="none" strike="noStrike">
                <a:solidFill>
                  <a:schemeClr val="dk1">
                    <a:lumMod val="75000"/>
                    <a:lumOff val="25000"/>
                  </a:schemeClr>
                </a:solidFill>
                <a:effectLst/>
                <a:uFillTx/>
                <a:latin typeface="Trebuchet MS"/>
              </a:defRPr>
            </a:lvl1pPr>
          </a:lstStyle>
          <a:p>
            <a:pPr marL="343080" indent="-343080" algn="l" defTabSz="457200">
              <a:lnSpc>
                <a:spcPct val="100000"/>
              </a:lnSpc>
              <a:spcBef>
                <a:spcPts val="1001"/>
              </a:spcBef>
              <a:buClr>
                <a:srgbClr val="2E946B"/>
              </a:buClr>
              <a:buSzPct val="80000"/>
              <a:buFont typeface="Wingdings" charset="2"/>
              <a:buChar char=""/>
            </a:pPr>
            <a:r>
              <a:rPr lang="en-US" sz="2000" b="0" u="none" strike="noStrike">
                <a:solidFill>
                  <a:schemeClr val="dk1">
                    <a:lumMod val="75000"/>
                    <a:lumOff val="25000"/>
                  </a:schemeClr>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02" name="Rectangle 18"/>
          <p:cNvSpPr/>
          <p:nvPr/>
        </p:nvSpPr>
        <p:spPr>
          <a:xfrm>
            <a:off x="9354600" y="5364000"/>
            <a:ext cx="456480" cy="4564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03" name="Rectangle 20"/>
          <p:cNvSpPr/>
          <p:nvPr/>
        </p:nvSpPr>
        <p:spPr>
          <a:xfrm>
            <a:off x="6692760" y="1699920"/>
            <a:ext cx="318960" cy="318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04" name="Rectangle 22"/>
          <p:cNvSpPr/>
          <p:nvPr/>
        </p:nvSpPr>
        <p:spPr>
          <a:xfrm>
            <a:off x="9354600" y="5897880"/>
            <a:ext cx="179280" cy="1792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p:style>
        <p:txBody>
          <a:bodyPr lIns="89640" tIns="45000" rIns="89640" bIns="45000" anchor="ctr">
            <a:noAutofit/>
          </a:bodyPr>
          <a:lstStyle/>
          <a:p>
            <a:endParaRPr lang="en-US" sz="1800" b="0" u="none" strike="noStrike">
              <a:solidFill>
                <a:schemeClr val="lt1"/>
              </a:solidFill>
              <a:effectLst/>
              <a:uFillTx/>
              <a:latin typeface="Trebuchet MS"/>
            </a:endParaRPr>
          </a:p>
        </p:txBody>
      </p:sp>
      <p:sp>
        <p:nvSpPr>
          <p:cNvPr id="405" name="PlaceHolder 2"/>
          <p:cNvSpPr>
            <a:spLocks noGrp="1"/>
          </p:cNvSpPr>
          <p:nvPr>
            <p:ph type="body"/>
          </p:nvPr>
        </p:nvSpPr>
        <p:spPr>
          <a:xfrm>
            <a:off x="7090200" y="786240"/>
            <a:ext cx="4440600" cy="5392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06" name="PlaceHolder 3"/>
          <p:cNvSpPr>
            <a:spLocks noGrp="1"/>
          </p:cNvSpPr>
          <p:nvPr>
            <p:ph type="title"/>
          </p:nvPr>
        </p:nvSpPr>
        <p:spPr>
          <a:xfrm>
            <a:off x="660240" y="805320"/>
            <a:ext cx="4274280" cy="830160"/>
          </a:xfrm>
          <a:prstGeom prst="rect">
            <a:avLst/>
          </a:prstGeom>
          <a:noFill/>
          <a:ln w="0">
            <a:noFill/>
          </a:ln>
        </p:spPr>
        <p:txBody>
          <a:bodyPr lIns="91440" tIns="45720" rIns="91440" bIns="45720" anchor="t">
            <a:noAutofit/>
          </a:bodyPr>
          <a:lstStyle>
            <a:lvl1pPr indent="0" algn="l" defTabSz="457200">
              <a:lnSpc>
                <a:spcPct val="100000"/>
              </a:lnSpc>
              <a:buNone/>
              <a:tabLst>
                <a:tab pos="0" algn="l"/>
              </a:tabLst>
              <a:defRPr lang="en-US" sz="4800" b="1" u="none" strike="noStrike">
                <a:solidFill>
                  <a:schemeClr val="dk1"/>
                </a:solidFill>
                <a:effectLst/>
                <a:uFillTx/>
                <a:latin typeface="Trebuchet MS"/>
              </a:defRPr>
            </a:lvl1pPr>
          </a:lstStyle>
          <a:p>
            <a:pPr indent="0" algn="l" defTabSz="457200">
              <a:lnSpc>
                <a:spcPct val="100000"/>
              </a:lnSpc>
              <a:buNone/>
              <a:tabLst>
                <a:tab pos="0" algn="l"/>
              </a:tabLst>
            </a:pPr>
            <a:r>
              <a:rPr lang="en-US" sz="4800" b="1" u="none" strike="noStrike">
                <a:solidFill>
                  <a:schemeClr val="dk1"/>
                </a:solidFill>
                <a:effectLst/>
                <a:uFillTx/>
                <a:latin typeface="Trebuchet MS"/>
              </a:rPr>
              <a:t>Click to edit Master title style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solidFill>
        <a:effectLst/>
      </p:bgPr>
    </p:bg>
    <p:spTree>
      <p:nvGrpSpPr>
        <p:cNvPr id="1" name=""/>
        <p:cNvGrpSpPr/>
        <p:nvPr/>
      </p:nvGrpSpPr>
      <p:grpSpPr>
        <a:xfrm>
          <a:off x="0" y="0"/>
          <a:ext cx="0" cy="0"/>
          <a:chOff x="0" y="0"/>
          <a:chExt cx="0" cy="0"/>
        </a:xfrm>
      </p:grpSpPr>
      <p:grpSp>
        <p:nvGrpSpPr>
          <p:cNvPr id="442" name="Group 43"/>
          <p:cNvGrpSpPr/>
          <p:nvPr/>
        </p:nvGrpSpPr>
        <p:grpSpPr>
          <a:xfrm>
            <a:off x="0" y="-8640"/>
            <a:ext cx="12191400" cy="6867000"/>
            <a:chOff x="0" y="-8640"/>
            <a:chExt cx="12191400" cy="6867000"/>
          </a:xfrm>
        </p:grpSpPr>
        <p:cxnSp>
          <p:nvCxnSpPr>
            <p:cNvPr id="443"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444"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44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7"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5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51"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52"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453"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DF3DAC62-07E9-4D40-8517-883A127DB483}"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454"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55"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C64EF780-4C20-42BE-B5D5-3CD40628E549}"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456" name="PlaceHolder 1"/>
          <p:cNvSpPr>
            <a:spLocks noGrp="1"/>
          </p:cNvSpPr>
          <p:nvPr>
            <p:ph type="body"/>
          </p:nvPr>
        </p:nvSpPr>
        <p:spPr>
          <a:xfrm>
            <a:off x="535356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57" name="PlaceHolder 2"/>
          <p:cNvSpPr>
            <a:spLocks noGrp="1"/>
          </p:cNvSpPr>
          <p:nvPr>
            <p:ph type="body"/>
          </p:nvPr>
        </p:nvSpPr>
        <p:spPr>
          <a:xfrm>
            <a:off x="31158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58" name="PlaceHolder 3"/>
          <p:cNvSpPr>
            <a:spLocks noGrp="1"/>
          </p:cNvSpPr>
          <p:nvPr>
            <p:ph type="body"/>
          </p:nvPr>
        </p:nvSpPr>
        <p:spPr>
          <a:xfrm>
            <a:off x="76024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59" name="PlaceHolder 4"/>
          <p:cNvSpPr>
            <a:spLocks noGrp="1"/>
          </p:cNvSpPr>
          <p:nvPr>
            <p:ph type="body"/>
          </p:nvPr>
        </p:nvSpPr>
        <p:spPr>
          <a:xfrm>
            <a:off x="98398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60" name="PlaceHolder 5"/>
          <p:cNvSpPr>
            <a:spLocks noGrp="1"/>
          </p:cNvSpPr>
          <p:nvPr>
            <p:ph type="title"/>
          </p:nvPr>
        </p:nvSpPr>
        <p:spPr>
          <a:xfrm>
            <a:off x="432000" y="647640"/>
            <a:ext cx="11339280" cy="6994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p>
        </p:txBody>
      </p:sp>
      <p:sp>
        <p:nvSpPr>
          <p:cNvPr id="461" name="Hexagon 8"/>
          <p:cNvSpPr/>
          <p:nvPr/>
        </p:nvSpPr>
        <p:spPr>
          <a:xfrm>
            <a:off x="546840" y="3467520"/>
            <a:ext cx="457560" cy="39420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62" name="Hexagon 9"/>
          <p:cNvSpPr/>
          <p:nvPr/>
        </p:nvSpPr>
        <p:spPr>
          <a:xfrm>
            <a:off x="11113200" y="2394720"/>
            <a:ext cx="357840" cy="30816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63" name="Hexagon 10"/>
          <p:cNvSpPr/>
          <p:nvPr/>
        </p:nvSpPr>
        <p:spPr>
          <a:xfrm>
            <a:off x="10882800" y="2202120"/>
            <a:ext cx="230040" cy="19800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64" name="PlaceHolder 6"/>
          <p:cNvSpPr>
            <a:spLocks noGrp="1"/>
          </p:cNvSpPr>
          <p:nvPr>
            <p:ph type="body"/>
          </p:nvPr>
        </p:nvSpPr>
        <p:spPr>
          <a:xfrm>
            <a:off x="5468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65" name="PlaceHolder 7"/>
          <p:cNvSpPr>
            <a:spLocks noGrp="1"/>
          </p:cNvSpPr>
          <p:nvPr>
            <p:ph type="body"/>
          </p:nvPr>
        </p:nvSpPr>
        <p:spPr>
          <a:xfrm>
            <a:off x="55656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66" name="PlaceHolder 8"/>
          <p:cNvSpPr>
            <a:spLocks noGrp="1"/>
          </p:cNvSpPr>
          <p:nvPr>
            <p:ph type="body"/>
          </p:nvPr>
        </p:nvSpPr>
        <p:spPr>
          <a:xfrm>
            <a:off x="27896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67" name="PlaceHolder 9"/>
          <p:cNvSpPr>
            <a:spLocks noGrp="1"/>
          </p:cNvSpPr>
          <p:nvPr>
            <p:ph type="body"/>
          </p:nvPr>
        </p:nvSpPr>
        <p:spPr>
          <a:xfrm>
            <a:off x="27896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68" name="PlaceHolder 10"/>
          <p:cNvSpPr>
            <a:spLocks noGrp="1"/>
          </p:cNvSpPr>
          <p:nvPr>
            <p:ph type="body"/>
          </p:nvPr>
        </p:nvSpPr>
        <p:spPr>
          <a:xfrm>
            <a:off x="50324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69" name="PlaceHolder 11"/>
          <p:cNvSpPr>
            <a:spLocks noGrp="1"/>
          </p:cNvSpPr>
          <p:nvPr>
            <p:ph type="body"/>
          </p:nvPr>
        </p:nvSpPr>
        <p:spPr>
          <a:xfrm>
            <a:off x="502920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70" name="PlaceHolder 12"/>
          <p:cNvSpPr>
            <a:spLocks noGrp="1"/>
          </p:cNvSpPr>
          <p:nvPr>
            <p:ph type="body"/>
          </p:nvPr>
        </p:nvSpPr>
        <p:spPr>
          <a:xfrm>
            <a:off x="72752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71" name="PlaceHolder 13"/>
          <p:cNvSpPr>
            <a:spLocks noGrp="1"/>
          </p:cNvSpPr>
          <p:nvPr>
            <p:ph type="body"/>
          </p:nvPr>
        </p:nvSpPr>
        <p:spPr>
          <a:xfrm>
            <a:off x="72752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72" name="PlaceHolder 14"/>
          <p:cNvSpPr>
            <a:spLocks noGrp="1"/>
          </p:cNvSpPr>
          <p:nvPr>
            <p:ph type="body"/>
          </p:nvPr>
        </p:nvSpPr>
        <p:spPr>
          <a:xfrm>
            <a:off x="95180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73" name="PlaceHolder 15"/>
          <p:cNvSpPr>
            <a:spLocks noGrp="1"/>
          </p:cNvSpPr>
          <p:nvPr>
            <p:ph type="body"/>
          </p:nvPr>
        </p:nvSpPr>
        <p:spPr>
          <a:xfrm>
            <a:off x="95180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74" name="PlaceHolder 16"/>
          <p:cNvSpPr>
            <a:spLocks noGrp="1"/>
          </p:cNvSpPr>
          <p:nvPr>
            <p:ph type="body"/>
          </p:nvPr>
        </p:nvSpPr>
        <p:spPr>
          <a:xfrm>
            <a:off x="8784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grpSp>
        <p:nvGrpSpPr>
          <p:cNvPr id="475" name="Group 43"/>
          <p:cNvGrpSpPr/>
          <p:nvPr/>
        </p:nvGrpSpPr>
        <p:grpSpPr>
          <a:xfrm>
            <a:off x="0" y="-8640"/>
            <a:ext cx="12191400" cy="6867000"/>
            <a:chOff x="0" y="-8640"/>
            <a:chExt cx="12191400" cy="6867000"/>
          </a:xfrm>
        </p:grpSpPr>
        <p:cxnSp>
          <p:nvCxnSpPr>
            <p:cNvPr id="476"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477"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44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7"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4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5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51"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52"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453"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03EA87AA-2F70-4D6A-AB63-DEAA17E367CB}"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454"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55"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66C03AB-B5FB-4B8E-80D4-88F4A9846D1A}"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478" name="PlaceHolder 1"/>
          <p:cNvSpPr>
            <a:spLocks noGrp="1"/>
          </p:cNvSpPr>
          <p:nvPr>
            <p:ph type="body"/>
          </p:nvPr>
        </p:nvSpPr>
        <p:spPr>
          <a:xfrm>
            <a:off x="535356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79" name="PlaceHolder 2"/>
          <p:cNvSpPr>
            <a:spLocks noGrp="1"/>
          </p:cNvSpPr>
          <p:nvPr>
            <p:ph type="body"/>
          </p:nvPr>
        </p:nvSpPr>
        <p:spPr>
          <a:xfrm>
            <a:off x="31158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80" name="PlaceHolder 3"/>
          <p:cNvSpPr>
            <a:spLocks noGrp="1"/>
          </p:cNvSpPr>
          <p:nvPr>
            <p:ph type="body"/>
          </p:nvPr>
        </p:nvSpPr>
        <p:spPr>
          <a:xfrm>
            <a:off x="76024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81" name="PlaceHolder 4"/>
          <p:cNvSpPr>
            <a:spLocks noGrp="1"/>
          </p:cNvSpPr>
          <p:nvPr>
            <p:ph type="body"/>
          </p:nvPr>
        </p:nvSpPr>
        <p:spPr>
          <a:xfrm>
            <a:off x="98398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82" name="PlaceHolder 5"/>
          <p:cNvSpPr>
            <a:spLocks noGrp="1"/>
          </p:cNvSpPr>
          <p:nvPr>
            <p:ph type="title"/>
          </p:nvPr>
        </p:nvSpPr>
        <p:spPr>
          <a:xfrm>
            <a:off x="432000" y="647640"/>
            <a:ext cx="11339280" cy="6994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p>
        </p:txBody>
      </p:sp>
      <p:sp>
        <p:nvSpPr>
          <p:cNvPr id="461" name="Hexagon 8"/>
          <p:cNvSpPr/>
          <p:nvPr/>
        </p:nvSpPr>
        <p:spPr>
          <a:xfrm>
            <a:off x="546840" y="3467520"/>
            <a:ext cx="457560" cy="39420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62" name="Hexagon 9"/>
          <p:cNvSpPr/>
          <p:nvPr/>
        </p:nvSpPr>
        <p:spPr>
          <a:xfrm>
            <a:off x="11113200" y="2394720"/>
            <a:ext cx="357840" cy="30816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63" name="Hexagon 10"/>
          <p:cNvSpPr/>
          <p:nvPr/>
        </p:nvSpPr>
        <p:spPr>
          <a:xfrm>
            <a:off x="10882800" y="2202120"/>
            <a:ext cx="230040" cy="19800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83" name="PlaceHolder 6"/>
          <p:cNvSpPr>
            <a:spLocks noGrp="1"/>
          </p:cNvSpPr>
          <p:nvPr>
            <p:ph type="body"/>
          </p:nvPr>
        </p:nvSpPr>
        <p:spPr>
          <a:xfrm>
            <a:off x="5468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4" name="PlaceHolder 7"/>
          <p:cNvSpPr>
            <a:spLocks noGrp="1"/>
          </p:cNvSpPr>
          <p:nvPr>
            <p:ph type="body"/>
          </p:nvPr>
        </p:nvSpPr>
        <p:spPr>
          <a:xfrm>
            <a:off x="55656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85" name="PlaceHolder 8"/>
          <p:cNvSpPr>
            <a:spLocks noGrp="1"/>
          </p:cNvSpPr>
          <p:nvPr>
            <p:ph type="body"/>
          </p:nvPr>
        </p:nvSpPr>
        <p:spPr>
          <a:xfrm>
            <a:off x="27896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6" name="PlaceHolder 9"/>
          <p:cNvSpPr>
            <a:spLocks noGrp="1"/>
          </p:cNvSpPr>
          <p:nvPr>
            <p:ph type="body"/>
          </p:nvPr>
        </p:nvSpPr>
        <p:spPr>
          <a:xfrm>
            <a:off x="27896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87" name="PlaceHolder 10"/>
          <p:cNvSpPr>
            <a:spLocks noGrp="1"/>
          </p:cNvSpPr>
          <p:nvPr>
            <p:ph type="body"/>
          </p:nvPr>
        </p:nvSpPr>
        <p:spPr>
          <a:xfrm>
            <a:off x="50324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88" name="PlaceHolder 11"/>
          <p:cNvSpPr>
            <a:spLocks noGrp="1"/>
          </p:cNvSpPr>
          <p:nvPr>
            <p:ph type="body"/>
          </p:nvPr>
        </p:nvSpPr>
        <p:spPr>
          <a:xfrm>
            <a:off x="502920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89" name="PlaceHolder 12"/>
          <p:cNvSpPr>
            <a:spLocks noGrp="1"/>
          </p:cNvSpPr>
          <p:nvPr>
            <p:ph type="body"/>
          </p:nvPr>
        </p:nvSpPr>
        <p:spPr>
          <a:xfrm>
            <a:off x="72752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90" name="PlaceHolder 13"/>
          <p:cNvSpPr>
            <a:spLocks noGrp="1"/>
          </p:cNvSpPr>
          <p:nvPr>
            <p:ph type="body"/>
          </p:nvPr>
        </p:nvSpPr>
        <p:spPr>
          <a:xfrm>
            <a:off x="72752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91" name="PlaceHolder 14"/>
          <p:cNvSpPr>
            <a:spLocks noGrp="1"/>
          </p:cNvSpPr>
          <p:nvPr>
            <p:ph type="body"/>
          </p:nvPr>
        </p:nvSpPr>
        <p:spPr>
          <a:xfrm>
            <a:off x="95180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92" name="PlaceHolder 15"/>
          <p:cNvSpPr>
            <a:spLocks noGrp="1"/>
          </p:cNvSpPr>
          <p:nvPr>
            <p:ph type="body"/>
          </p:nvPr>
        </p:nvSpPr>
        <p:spPr>
          <a:xfrm>
            <a:off x="95180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93" name="PlaceHolder 16"/>
          <p:cNvSpPr>
            <a:spLocks noGrp="1"/>
          </p:cNvSpPr>
          <p:nvPr>
            <p:ph type="body"/>
          </p:nvPr>
        </p:nvSpPr>
        <p:spPr>
          <a:xfrm>
            <a:off x="8784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eam">
    <p:spTree>
      <p:nvGrpSpPr>
        <p:cNvPr id="1" name=""/>
        <p:cNvGrpSpPr/>
        <p:nvPr/>
      </p:nvGrpSpPr>
      <p:grpSpPr>
        <a:xfrm>
          <a:off x="0" y="0"/>
          <a:ext cx="0" cy="0"/>
          <a:chOff x="0" y="0"/>
          <a:chExt cx="0" cy="0"/>
        </a:xfrm>
      </p:grpSpPr>
      <p:sp>
        <p:nvSpPr>
          <p:cNvPr id="440" name="PlaceHolder 1"/>
          <p:cNvSpPr>
            <a:spLocks noGrp="1"/>
          </p:cNvSpPr>
          <p:nvPr>
            <p:ph type="title"/>
          </p:nvPr>
        </p:nvSpPr>
        <p:spPr>
          <a:xfrm>
            <a:off x="432000" y="582120"/>
            <a:ext cx="11339280" cy="830880"/>
          </a:xfrm>
          <a:prstGeom prst="rect">
            <a:avLst/>
          </a:prstGeom>
          <a:noFill/>
          <a:ln w="0">
            <a:noFill/>
          </a:ln>
        </p:spPr>
        <p:txBody>
          <a:bodyPr lIns="0" tIns="0" rIns="0" bIns="0" anchor="ctr">
            <a:spAutoFit/>
          </a:bodyPr>
          <a:lstStyle/>
          <a:p>
            <a:pPr indent="0" algn="ctr" defTabSz="457200">
              <a:buNone/>
              <a:tabLst>
                <a:tab pos="0" algn="l"/>
              </a:tabLst>
            </a:pPr>
            <a:endParaRPr lang="en-US" sz="4800" b="1" u="none" strike="noStrike">
              <a:solidFill>
                <a:schemeClr val="dk1"/>
              </a:solidFill>
              <a:effectLst/>
              <a:uFillTx/>
              <a:latin typeface="Trebuchet MS"/>
            </a:endParaRPr>
          </a:p>
        </p:txBody>
      </p:sp>
      <p:sp>
        <p:nvSpPr>
          <p:cNvPr id="441" name="PlaceHolder 2"/>
          <p:cNvSpPr>
            <a:spLocks noGrp="1"/>
          </p:cNvSpPr>
          <p:nvPr>
            <p:ph type="subTitle"/>
          </p:nvPr>
        </p:nvSpPr>
        <p:spPr>
          <a:xfrm>
            <a:off x="5353560" y="2511720"/>
            <a:ext cx="1484280" cy="1367640"/>
          </a:xfrm>
          <a:prstGeom prst="rect">
            <a:avLst/>
          </a:prstGeom>
          <a:noFill/>
          <a:ln w="0">
            <a:noFill/>
          </a:ln>
        </p:spPr>
        <p:txBody>
          <a:bodyPr lIns="0" tIns="0" rIns="0" bIns="0" anchor="ctr">
            <a:spAutoFit/>
          </a:bodyPr>
          <a:lstStyle/>
          <a:p>
            <a:pPr indent="0" algn="ctr">
              <a:buNone/>
            </a:pPr>
            <a:endParaRPr lang="en-IN" sz="32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43"/>
          <p:cNvGrpSpPr/>
          <p:nvPr/>
        </p:nvGrpSpPr>
        <p:grpSpPr>
          <a:xfrm>
            <a:off x="0" y="-8640"/>
            <a:ext cx="12191400" cy="6867000"/>
            <a:chOff x="0" y="-8640"/>
            <a:chExt cx="12191400" cy="6867000"/>
          </a:xfrm>
        </p:grpSpPr>
        <p:cxnSp>
          <p:nvCxnSpPr>
            <p:cNvPr id="3"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4"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7"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11"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12"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13" name="Date Placeholder 3" hidden="1"/>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A43D0A2D-1B02-4B01-BAC7-79257AC72A54}"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14" name="Footer Placeholder 4" hidden="1"/>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15" name="Slide Number Placeholder 5" hidden="1"/>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FF435487-9F3D-4BEA-B894-55C2B84D8904}"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grpSp>
        <p:nvGrpSpPr>
          <p:cNvPr id="16" name="Group 15"/>
          <p:cNvGrpSpPr/>
          <p:nvPr/>
        </p:nvGrpSpPr>
        <p:grpSpPr>
          <a:xfrm>
            <a:off x="0" y="-8640"/>
            <a:ext cx="12191400" cy="6867000"/>
            <a:chOff x="0" y="-8640"/>
            <a:chExt cx="12191400" cy="6867000"/>
          </a:xfrm>
        </p:grpSpPr>
        <p:sp>
          <p:nvSpPr>
            <p:cNvPr id="17" name="Freeform 14"/>
            <p:cNvSpPr/>
            <p:nvPr/>
          </p:nvSpPr>
          <p:spPr>
            <a:xfrm>
              <a:off x="0" y="-7920"/>
              <a:ext cx="862920" cy="5697360"/>
            </a:xfrm>
            <a:custGeom>
              <a:avLst/>
              <a:gdLst>
                <a:gd name="textAreaLeft" fmla="*/ 0 w 862920"/>
                <a:gd name="textAreaRight" fmla="*/ 863640 w 862920"/>
                <a:gd name="textAreaTop" fmla="*/ 0 h 5697360"/>
                <a:gd name="textAreaBottom" fmla="*/ 5698080 h 5697360"/>
              </a:gdLst>
              <a:ahLst/>
              <a:cxnLst/>
              <a:rect l="textAreaLeft" t="textAreaTop" r="textAreaRight" b="textAreaBottom"/>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cxnSp>
          <p:nvCxnSpPr>
            <p:cNvPr id="18" name="Straight Connector 18"/>
            <p:cNvCxnSpPr/>
            <p:nvPr/>
          </p:nvCxnSpPr>
          <p:spPr>
            <a:xfrm>
              <a:off x="9370800" y="0"/>
              <a:ext cx="1220040" cy="6858720"/>
            </a:xfrm>
            <a:prstGeom prst="straightConnector1">
              <a:avLst/>
            </a:prstGeom>
            <a:ln w="9525" cap="rnd">
              <a:solidFill>
                <a:schemeClr val="accent1">
                  <a:alpha val="70000"/>
                </a:schemeClr>
              </a:solidFill>
              <a:round/>
            </a:ln>
          </p:spPr>
        </p:cxnSp>
        <p:cxnSp>
          <p:nvCxnSpPr>
            <p:cNvPr id="19" name="Straight Connector 19"/>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2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2" name="Isosceles Triangle 22"/>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2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26" name="Isosceles Triangle 26"/>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27" name="PlaceHolder 1"/>
          <p:cNvSpPr>
            <a:spLocks noGrp="1"/>
          </p:cNvSpPr>
          <p:nvPr>
            <p:ph type="title"/>
          </p:nvPr>
        </p:nvSpPr>
        <p:spPr>
          <a:xfrm>
            <a:off x="432000" y="585720"/>
            <a:ext cx="11339280" cy="823320"/>
          </a:xfrm>
          <a:prstGeom prst="rect">
            <a:avLst/>
          </a:prstGeom>
          <a:noFill/>
          <a:ln w="0">
            <a:noFill/>
          </a:ln>
        </p:spPr>
        <p:txBody>
          <a:bodyPr lIns="0" tIns="0" rIns="0" bIns="0" anchor="ctr">
            <a:spAutoFit/>
          </a:bodyPr>
          <a:lstStyle>
            <a:lvl1pPr indent="0" algn="l" defTabSz="457200">
              <a:buNone/>
              <a:tabLst>
                <a:tab pos="0" algn="l"/>
              </a:tabLst>
              <a:defRPr lang="en-US" sz="5400" b="0" u="none" strike="noStrike">
                <a:solidFill>
                  <a:schemeClr val="accent1"/>
                </a:solidFill>
                <a:effectLst/>
                <a:uFillTx/>
                <a:latin typeface="Trebuchet MS"/>
              </a:defRPr>
            </a:lvl1pPr>
          </a:lstStyle>
          <a:p>
            <a:pPr indent="0" algn="l" defTabSz="457200">
              <a:buNone/>
              <a:tabLst>
                <a:tab pos="0" algn="l"/>
              </a:tabLst>
            </a:pPr>
            <a:r>
              <a:rPr lang="en-US" sz="5400" b="0" u="none" strike="noStrike">
                <a:solidFill>
                  <a:schemeClr val="accent1"/>
                </a:solidFill>
                <a:effectLst/>
                <a:uFillTx/>
                <a:latin typeface="Trebuchet MS"/>
              </a:rPr>
              <a:t>Click to edit the title text format</a:t>
            </a:r>
          </a:p>
        </p:txBody>
      </p:sp>
      <p:sp>
        <p:nvSpPr>
          <p:cNvPr id="28" name="PlaceHolder 2"/>
          <p:cNvSpPr>
            <a:spLocks noGrp="1"/>
          </p:cNvSpPr>
          <p:nvPr>
            <p:ph type="ftr" idx="1"/>
          </p:nvPr>
        </p:nvSpPr>
        <p:spPr>
          <a:xfrm>
            <a:off x="677160" y="6041520"/>
            <a:ext cx="6296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9" name="PlaceHolder 3"/>
          <p:cNvSpPr>
            <a:spLocks noGrp="1"/>
          </p:cNvSpPr>
          <p:nvPr>
            <p:ph type="sldNum" idx="2"/>
          </p:nvPr>
        </p:nvSpPr>
        <p:spPr>
          <a:xfrm>
            <a:off x="8590680" y="6041520"/>
            <a:ext cx="68256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900" b="0" u="none" strike="noStrike">
                <a:solidFill>
                  <a:schemeClr val="accent1"/>
                </a:solidFill>
                <a:effectLst/>
                <a:uFillTx/>
                <a:latin typeface="Trebuchet MS"/>
              </a:defRPr>
            </a:lvl1pPr>
          </a:lstStyle>
          <a:p>
            <a:pPr indent="0" algn="r" defTabSz="457200">
              <a:lnSpc>
                <a:spcPct val="100000"/>
              </a:lnSpc>
              <a:buNone/>
              <a:tabLst>
                <a:tab pos="0" algn="l"/>
              </a:tabLst>
            </a:pPr>
            <a:fld id="{92716B72-37AD-46E0-A8AB-4C2AA875AE77}" type="slidenum">
              <a:rPr lang="en-US" sz="900" b="0" u="none" strike="noStrike">
                <a:solidFill>
                  <a:schemeClr val="accent1"/>
                </a:solidFill>
                <a:effectLst/>
                <a:uFillTx/>
                <a:latin typeface="Trebuchet MS"/>
              </a:rPr>
              <a:t>‹#›</a:t>
            </a:fld>
            <a:endParaRPr lang="en-IN" sz="900" b="0" u="none" strike="noStrike">
              <a:solidFill>
                <a:srgbClr val="000000"/>
              </a:solidFill>
              <a:effectLst/>
              <a:uFillTx/>
              <a:latin typeface="Times New Roman"/>
            </a:endParaRPr>
          </a:p>
        </p:txBody>
      </p:sp>
      <p:sp>
        <p:nvSpPr>
          <p:cNvPr id="30" name="PlaceHolder 4"/>
          <p:cNvSpPr>
            <a:spLocks noGrp="1"/>
          </p:cNvSpPr>
          <p:nvPr>
            <p:ph type="dt" idx="3"/>
          </p:nvPr>
        </p:nvSpPr>
        <p:spPr>
          <a:xfrm>
            <a:off x="7205040" y="6041520"/>
            <a:ext cx="911160" cy="364320"/>
          </a:xfrm>
          <a:prstGeom prst="rect">
            <a:avLst/>
          </a:prstGeom>
          <a:noFill/>
          <a:ln w="0">
            <a:noFill/>
          </a:ln>
        </p:spPr>
        <p:txBody>
          <a:bodyPr lIns="91440" tIns="45720" rIns="91440" bIns="45720" anchor="ctr">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07" name="Group 43"/>
          <p:cNvGrpSpPr/>
          <p:nvPr/>
        </p:nvGrpSpPr>
        <p:grpSpPr>
          <a:xfrm>
            <a:off x="0" y="-8640"/>
            <a:ext cx="12191400" cy="6867000"/>
            <a:chOff x="0" y="-8640"/>
            <a:chExt cx="12191400" cy="6867000"/>
          </a:xfrm>
        </p:grpSpPr>
        <p:cxnSp>
          <p:nvCxnSpPr>
            <p:cNvPr id="408" name="Straight Connector 19"/>
            <p:cNvCxnSpPr/>
            <p:nvPr/>
          </p:nvCxnSpPr>
          <p:spPr>
            <a:xfrm>
              <a:off x="9370800" y="0"/>
              <a:ext cx="1220040" cy="6858720"/>
            </a:xfrm>
            <a:prstGeom prst="straightConnector1">
              <a:avLst/>
            </a:prstGeom>
            <a:ln w="9525" cap="rnd">
              <a:solidFill>
                <a:schemeClr val="accent1">
                  <a:alpha val="70000"/>
                </a:schemeClr>
              </a:solidFill>
              <a:round/>
            </a:ln>
          </p:spPr>
        </p:cxnSp>
        <p:cxnSp>
          <p:nvCxnSpPr>
            <p:cNvPr id="409" name="Straight Connector 20"/>
            <p:cNvCxnSpPr/>
            <p:nvPr/>
          </p:nvCxnSpPr>
          <p:spPr>
            <a:xfrm flipH="1">
              <a:off x="7425000" y="3681360"/>
              <a:ext cx="4764240" cy="3177360"/>
            </a:xfrm>
            <a:prstGeom prst="straightConnector1">
              <a:avLst/>
            </a:prstGeom>
            <a:ln w="9525" cap="rnd">
              <a:solidFill>
                <a:schemeClr val="accent1">
                  <a:alpha val="70000"/>
                </a:schemeClr>
              </a:solidFill>
              <a:round/>
            </a:ln>
          </p:spPr>
        </p:cxnSp>
        <p:sp>
          <p:nvSpPr>
            <p:cNvPr id="41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1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12" name="Isosceles Triangle 23"/>
            <p:cNvSpPr/>
            <p:nvPr/>
          </p:nvSpPr>
          <p:spPr>
            <a:xfrm>
              <a:off x="8932320" y="3048120"/>
              <a:ext cx="3259080" cy="38091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1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1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1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FFFFFF"/>
                </a:solidFill>
                <a:effectLst/>
                <a:uFillTx/>
                <a:latin typeface="Arial"/>
              </a:endParaRPr>
            </a:p>
          </p:txBody>
        </p:sp>
        <p:sp>
          <p:nvSpPr>
            <p:cNvPr id="416" name="Isosceles Triangle 27"/>
            <p:cNvSpPr/>
            <p:nvPr/>
          </p:nvSpPr>
          <p:spPr>
            <a:xfrm>
              <a:off x="10371600" y="3589920"/>
              <a:ext cx="1816560" cy="3267360"/>
            </a:xfrm>
            <a:prstGeom prst="triangle">
              <a:avLst>
                <a:gd name="adj" fmla="val 100000"/>
              </a:avLst>
            </a:prstGeom>
            <a:solidFill>
              <a:schemeClr val="accent1">
                <a:lumMod val="75000"/>
                <a:alpha val="66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sp>
          <p:nvSpPr>
            <p:cNvPr id="417" name="Isosceles Triangle 18"/>
            <p:cNvSpPr/>
            <p:nvPr/>
          </p:nvSpPr>
          <p:spPr>
            <a:xfrm>
              <a:off x="0" y="4013280"/>
              <a:ext cx="447840" cy="2844000"/>
            </a:xfrm>
            <a:prstGeom prst="triangle">
              <a:avLst>
                <a:gd name="adj" fmla="val 0"/>
              </a:avLst>
            </a:prstGeom>
            <a:solidFill>
              <a:schemeClr val="accent1">
                <a:alpha val="70000"/>
              </a:schemeClr>
            </a:solidFill>
            <a:ln>
              <a:noFill/>
            </a:ln>
            <a:effectLst>
              <a:outerShdw blurRad="38160" dist="2556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t">
              <a:noAutofit/>
            </a:bodyPr>
            <a:lstStyle/>
            <a:p>
              <a:endParaRPr lang="en-IN" sz="1800" b="0" u="none" strike="noStrike">
                <a:solidFill>
                  <a:srgbClr val="000000"/>
                </a:solidFill>
                <a:effectLst/>
                <a:uFillTx/>
                <a:latin typeface="Arial"/>
              </a:endParaRPr>
            </a:p>
          </p:txBody>
        </p:sp>
      </p:grpSp>
      <p:sp>
        <p:nvSpPr>
          <p:cNvPr id="418" name="Date Placeholder 3"/>
          <p:cNvSpPr/>
          <p:nvPr/>
        </p:nvSpPr>
        <p:spPr>
          <a:xfrm>
            <a:off x="660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fld id="{4F677632-70BE-41FE-A1A8-2CFB83209961}" type="datetime1">
              <a:rPr lang="en-US" sz="1100" b="0" u="none" strike="noStrike">
                <a:solidFill>
                  <a:schemeClr val="accent2"/>
                </a:solidFill>
                <a:effectLst/>
                <a:uFillTx/>
                <a:latin typeface="Trebuchet MS"/>
              </a:rPr>
              <a:t>9/4/2026</a:t>
            </a:fld>
            <a:endParaRPr lang="en-IN" sz="1100" b="0" u="none" strike="noStrike">
              <a:solidFill>
                <a:srgbClr val="000000"/>
              </a:solidFill>
              <a:effectLst/>
              <a:uFillTx/>
              <a:latin typeface="Arial"/>
            </a:endParaRPr>
          </a:p>
        </p:txBody>
      </p:sp>
      <p:sp>
        <p:nvSpPr>
          <p:cNvPr id="419" name="Footer Placeholder 4"/>
          <p:cNvSpPr/>
          <p:nvPr/>
        </p:nvSpPr>
        <p:spPr>
          <a:xfrm>
            <a:off x="1445400" y="6378840"/>
            <a:ext cx="41140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US" sz="1100" b="1" u="none" strike="noStrike">
                <a:solidFill>
                  <a:schemeClr val="accent2"/>
                </a:solidFill>
                <a:effectLst/>
                <a:uFillTx/>
                <a:latin typeface="Trebuchet MS"/>
              </a:rPr>
              <a:t>Annual Review</a:t>
            </a:r>
            <a:endParaRPr lang="en-IN" sz="1100" b="0" u="none" strike="noStrike">
              <a:solidFill>
                <a:srgbClr val="000000"/>
              </a:solidFill>
              <a:effectLst/>
              <a:uFillTx/>
              <a:latin typeface="Arial"/>
            </a:endParaRPr>
          </a:p>
        </p:txBody>
      </p:sp>
      <p:sp>
        <p:nvSpPr>
          <p:cNvPr id="420" name="Slide Number Placeholder 5"/>
          <p:cNvSpPr/>
          <p:nvPr/>
        </p:nvSpPr>
        <p:spPr>
          <a:xfrm>
            <a:off x="8805240" y="6378840"/>
            <a:ext cx="274248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C1F996AE-3F1F-4BBB-87BE-614E13BB8D71}" type="slidenum">
              <a:rPr lang="en-US" sz="1100" b="0" u="none" strike="noStrike">
                <a:solidFill>
                  <a:schemeClr val="accent4"/>
                </a:solidFill>
                <a:effectLst/>
                <a:uFillTx/>
                <a:latin typeface="Trebuchet MS"/>
              </a:rPr>
              <a:t>‹#›</a:t>
            </a:fld>
            <a:endParaRPr lang="en-IN" sz="1100" b="0" u="none" strike="noStrike">
              <a:solidFill>
                <a:srgbClr val="000000"/>
              </a:solidFill>
              <a:effectLst/>
              <a:uFillTx/>
              <a:latin typeface="Arial"/>
            </a:endParaRPr>
          </a:p>
        </p:txBody>
      </p:sp>
      <p:sp>
        <p:nvSpPr>
          <p:cNvPr id="421" name="PlaceHolder 1"/>
          <p:cNvSpPr>
            <a:spLocks noGrp="1"/>
          </p:cNvSpPr>
          <p:nvPr>
            <p:ph type="body"/>
          </p:nvPr>
        </p:nvSpPr>
        <p:spPr>
          <a:xfrm>
            <a:off x="535356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22" name="PlaceHolder 2"/>
          <p:cNvSpPr>
            <a:spLocks noGrp="1"/>
          </p:cNvSpPr>
          <p:nvPr>
            <p:ph type="body"/>
          </p:nvPr>
        </p:nvSpPr>
        <p:spPr>
          <a:xfrm>
            <a:off x="31158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23" name="PlaceHolder 3"/>
          <p:cNvSpPr>
            <a:spLocks noGrp="1"/>
          </p:cNvSpPr>
          <p:nvPr>
            <p:ph type="body"/>
          </p:nvPr>
        </p:nvSpPr>
        <p:spPr>
          <a:xfrm>
            <a:off x="76024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24" name="PlaceHolder 4"/>
          <p:cNvSpPr>
            <a:spLocks noGrp="1"/>
          </p:cNvSpPr>
          <p:nvPr>
            <p:ph type="body"/>
          </p:nvPr>
        </p:nvSpPr>
        <p:spPr>
          <a:xfrm>
            <a:off x="983988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
        <p:nvSpPr>
          <p:cNvPr id="425" name="PlaceHolder 5"/>
          <p:cNvSpPr>
            <a:spLocks noGrp="1"/>
          </p:cNvSpPr>
          <p:nvPr>
            <p:ph type="title"/>
          </p:nvPr>
        </p:nvSpPr>
        <p:spPr>
          <a:xfrm>
            <a:off x="432000" y="647640"/>
            <a:ext cx="11339280" cy="69948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800" b="1" u="none" strike="noStrike">
                <a:solidFill>
                  <a:schemeClr val="dk1"/>
                </a:solidFill>
                <a:effectLst/>
                <a:uFillTx/>
                <a:latin typeface="Trebuchet MS"/>
              </a:defRPr>
            </a:lvl1pPr>
          </a:lstStyle>
          <a:p>
            <a:pPr indent="0" algn="ctr" defTabSz="457200">
              <a:lnSpc>
                <a:spcPct val="100000"/>
              </a:lnSpc>
              <a:buNone/>
              <a:tabLst>
                <a:tab pos="0" algn="l"/>
              </a:tabLst>
            </a:pPr>
            <a:r>
              <a:rPr lang="en-US" sz="4800" b="1" u="none" strike="noStrike">
                <a:solidFill>
                  <a:schemeClr val="dk1"/>
                </a:solidFill>
                <a:effectLst/>
                <a:uFillTx/>
                <a:latin typeface="Trebuchet MS"/>
              </a:rPr>
              <a:t>Click to edit Master title style</a:t>
            </a:r>
          </a:p>
        </p:txBody>
      </p:sp>
      <p:sp>
        <p:nvSpPr>
          <p:cNvPr id="426" name="Hexagon 8"/>
          <p:cNvSpPr/>
          <p:nvPr/>
        </p:nvSpPr>
        <p:spPr>
          <a:xfrm>
            <a:off x="546840" y="3467520"/>
            <a:ext cx="457560" cy="394200"/>
          </a:xfrm>
          <a:prstGeom prst="hexagon">
            <a:avLst>
              <a:gd name="adj" fmla="val 25000"/>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27" name="Hexagon 9"/>
          <p:cNvSpPr/>
          <p:nvPr/>
        </p:nvSpPr>
        <p:spPr>
          <a:xfrm>
            <a:off x="11113200" y="2394720"/>
            <a:ext cx="357840" cy="308160"/>
          </a:xfrm>
          <a:prstGeom prst="hexagon">
            <a:avLst>
              <a:gd name="adj" fmla="val 25000"/>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28" name="Hexagon 10"/>
          <p:cNvSpPr/>
          <p:nvPr/>
        </p:nvSpPr>
        <p:spPr>
          <a:xfrm>
            <a:off x="10882800" y="2202120"/>
            <a:ext cx="230040" cy="198000"/>
          </a:xfrm>
          <a:prstGeom prst="hexagon">
            <a:avLst>
              <a:gd name="adj" fmla="val 25000"/>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Trebuchet MS"/>
            </a:endParaRPr>
          </a:p>
        </p:txBody>
      </p:sp>
      <p:sp>
        <p:nvSpPr>
          <p:cNvPr id="429" name="PlaceHolder 6"/>
          <p:cNvSpPr>
            <a:spLocks noGrp="1"/>
          </p:cNvSpPr>
          <p:nvPr>
            <p:ph type="body"/>
          </p:nvPr>
        </p:nvSpPr>
        <p:spPr>
          <a:xfrm>
            <a:off x="5468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0" name="PlaceHolder 7"/>
          <p:cNvSpPr>
            <a:spLocks noGrp="1"/>
          </p:cNvSpPr>
          <p:nvPr>
            <p:ph type="body"/>
          </p:nvPr>
        </p:nvSpPr>
        <p:spPr>
          <a:xfrm>
            <a:off x="55656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31" name="PlaceHolder 8"/>
          <p:cNvSpPr>
            <a:spLocks noGrp="1"/>
          </p:cNvSpPr>
          <p:nvPr>
            <p:ph type="body"/>
          </p:nvPr>
        </p:nvSpPr>
        <p:spPr>
          <a:xfrm>
            <a:off x="27896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2" name="PlaceHolder 9"/>
          <p:cNvSpPr>
            <a:spLocks noGrp="1"/>
          </p:cNvSpPr>
          <p:nvPr>
            <p:ph type="body"/>
          </p:nvPr>
        </p:nvSpPr>
        <p:spPr>
          <a:xfrm>
            <a:off x="27896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33" name="PlaceHolder 10"/>
          <p:cNvSpPr>
            <a:spLocks noGrp="1"/>
          </p:cNvSpPr>
          <p:nvPr>
            <p:ph type="body"/>
          </p:nvPr>
        </p:nvSpPr>
        <p:spPr>
          <a:xfrm>
            <a:off x="50324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4" name="PlaceHolder 11"/>
          <p:cNvSpPr>
            <a:spLocks noGrp="1"/>
          </p:cNvSpPr>
          <p:nvPr>
            <p:ph type="body"/>
          </p:nvPr>
        </p:nvSpPr>
        <p:spPr>
          <a:xfrm>
            <a:off x="502920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35" name="PlaceHolder 12"/>
          <p:cNvSpPr>
            <a:spLocks noGrp="1"/>
          </p:cNvSpPr>
          <p:nvPr>
            <p:ph type="body"/>
          </p:nvPr>
        </p:nvSpPr>
        <p:spPr>
          <a:xfrm>
            <a:off x="72752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6" name="PlaceHolder 13"/>
          <p:cNvSpPr>
            <a:spLocks noGrp="1"/>
          </p:cNvSpPr>
          <p:nvPr>
            <p:ph type="body"/>
          </p:nvPr>
        </p:nvSpPr>
        <p:spPr>
          <a:xfrm>
            <a:off x="72752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37" name="PlaceHolder 14"/>
          <p:cNvSpPr>
            <a:spLocks noGrp="1"/>
          </p:cNvSpPr>
          <p:nvPr>
            <p:ph type="body"/>
          </p:nvPr>
        </p:nvSpPr>
        <p:spPr>
          <a:xfrm>
            <a:off x="9518040" y="417276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2000" b="1" u="none" strike="noStrike">
                <a:solidFill>
                  <a:schemeClr val="accent4"/>
                </a:solidFill>
                <a:effectLst/>
                <a:uFillTx/>
                <a:latin typeface="Trebuchet MS"/>
              </a:defRPr>
            </a:lvl1pPr>
          </a:lstStyle>
          <a:p>
            <a:pPr indent="0" algn="ctr" defTabSz="457200">
              <a:lnSpc>
                <a:spcPct val="100000"/>
              </a:lnSpc>
              <a:spcBef>
                <a:spcPts val="1001"/>
              </a:spcBef>
              <a:buNone/>
              <a:tabLst>
                <a:tab pos="0" algn="l"/>
              </a:tabLst>
            </a:pPr>
            <a:r>
              <a:rPr lang="en-US" sz="2000" b="1" u="none" strike="noStrike">
                <a:solidFill>
                  <a:schemeClr val="accent4"/>
                </a:solidFill>
                <a:effectLst/>
                <a:uFillTx/>
                <a:latin typeface="Trebuchet MS"/>
              </a:rPr>
              <a:t>Click to edit Master text styles</a:t>
            </a:r>
            <a:endParaRPr lang="en-US" sz="2000" b="0" u="none" strike="noStrike">
              <a:solidFill>
                <a:schemeClr val="dk1"/>
              </a:solidFill>
              <a:effectLst/>
              <a:uFillTx/>
              <a:latin typeface="Trebuchet MS"/>
            </a:endParaRPr>
          </a:p>
        </p:txBody>
      </p:sp>
      <p:sp>
        <p:nvSpPr>
          <p:cNvPr id="438" name="PlaceHolder 15"/>
          <p:cNvSpPr>
            <a:spLocks noGrp="1"/>
          </p:cNvSpPr>
          <p:nvPr>
            <p:ph type="body"/>
          </p:nvPr>
        </p:nvSpPr>
        <p:spPr>
          <a:xfrm>
            <a:off x="9518040" y="4588200"/>
            <a:ext cx="2139120" cy="343440"/>
          </a:xfrm>
          <a:prstGeom prst="rect">
            <a:avLst/>
          </a:prstGeom>
          <a:noFill/>
          <a:ln w="0">
            <a:noFill/>
          </a:ln>
        </p:spPr>
        <p:txBody>
          <a:bodyPr lIns="91440" tIns="45720" rIns="91440" bIns="45720" anchor="t">
            <a:noAutofit/>
          </a:bodyPr>
          <a:lstStyle>
            <a:lvl1pPr indent="0" algn="ctr" defTabSz="457200">
              <a:lnSpc>
                <a:spcPct val="100000"/>
              </a:lnSpc>
              <a:spcBef>
                <a:spcPts val="1001"/>
              </a:spcBef>
              <a:buNone/>
              <a:tabLst>
                <a:tab pos="0" algn="l"/>
              </a:tabLst>
              <a:defRPr lang="en-US" sz="1600" b="0" u="none" strike="noStrike">
                <a:solidFill>
                  <a:schemeClr val="dk1"/>
                </a:solidFill>
                <a:effectLst/>
                <a:uFillTx/>
                <a:latin typeface="Trebuchet MS"/>
              </a:defRPr>
            </a:lvl1p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Click to edit Master text styles</a:t>
            </a:r>
          </a:p>
        </p:txBody>
      </p:sp>
      <p:sp>
        <p:nvSpPr>
          <p:cNvPr id="439" name="PlaceHolder 16"/>
          <p:cNvSpPr>
            <a:spLocks noGrp="1"/>
          </p:cNvSpPr>
          <p:nvPr>
            <p:ph type="body"/>
          </p:nvPr>
        </p:nvSpPr>
        <p:spPr>
          <a:xfrm>
            <a:off x="878400" y="2555640"/>
            <a:ext cx="1484280" cy="1279440"/>
          </a:xfrm>
          <a:prstGeom prst="rect">
            <a:avLst/>
          </a:prstGeom>
          <a:noFill/>
          <a:ln w="0">
            <a:noFill/>
          </a:ln>
        </p:spPr>
        <p:txBody>
          <a:bodyPr lIns="90000" tIns="45000" rIns="90000" bIns="45000" anchor="ctr">
            <a:noAutofit/>
          </a:bodyPr>
          <a:lstStyle>
            <a:lvl1pPr indent="0" algn="ctr" defTabSz="457200">
              <a:lnSpc>
                <a:spcPct val="100000"/>
              </a:lnSpc>
              <a:buNone/>
              <a:tabLst>
                <a:tab pos="0" algn="l"/>
              </a:tabLst>
              <a:defRPr lang="en-US" sz="1800" b="0" u="none" strike="noStrike">
                <a:solidFill>
                  <a:schemeClr val="dk1"/>
                </a:solidFill>
                <a:effectLst/>
                <a:uFillTx/>
                <a:latin typeface="Trebuchet MS"/>
              </a:defRPr>
            </a:lvl1pPr>
          </a:lstStyle>
          <a:p>
            <a:pPr indent="0" algn="ctr" defTabSz="457200">
              <a:lnSpc>
                <a:spcPct val="100000"/>
              </a:lnSpc>
              <a:buNone/>
              <a:tabLst>
                <a:tab pos="0" algn="l"/>
              </a:tabLst>
            </a:pPr>
            <a:r>
              <a:rPr lang="en-US" sz="1800" b="0" u="none" strike="noStrike">
                <a:solidFill>
                  <a:schemeClr val="dk1"/>
                </a:solidFill>
                <a:effectLst/>
                <a:uFillTx/>
                <a:latin typeface="Trebuchet MS"/>
              </a:rPr>
              <a:t>Click icon to add picture</a:t>
            </a:r>
          </a:p>
        </p:txBody>
      </p:sp>
    </p:spTree>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PlaceHolder 1"/>
          <p:cNvSpPr>
            <a:spLocks noGrp="1"/>
          </p:cNvSpPr>
          <p:nvPr>
            <p:ph/>
          </p:nvPr>
        </p:nvSpPr>
        <p:spPr>
          <a:xfrm>
            <a:off x="0" y="3595680"/>
            <a:ext cx="9582840" cy="860760"/>
          </a:xfrm>
          <a:prstGeom prst="rect">
            <a:avLst/>
          </a:prstGeom>
          <a:noFill/>
          <a:ln w="0">
            <a:noFill/>
          </a:ln>
        </p:spPr>
        <p:txBody>
          <a:bodyPr lIns="91440" tIns="45720" rIns="91440" bIns="45720" anchor="t">
            <a:normAutofit/>
          </a:bodyPr>
          <a:lstStyle/>
          <a:p>
            <a:pPr indent="0" algn="l" defTabSz="457200">
              <a:lnSpc>
                <a:spcPct val="100000"/>
              </a:lnSpc>
              <a:spcBef>
                <a:spcPts val="1001"/>
              </a:spcBef>
              <a:buNone/>
              <a:tabLst>
                <a:tab pos="0" algn="l"/>
              </a:tabLst>
            </a:pPr>
            <a:r>
              <a:rPr lang="en-US" sz="2000" b="0" u="none" strike="noStrike" dirty="0">
                <a:solidFill>
                  <a:schemeClr val="dk1"/>
                </a:solidFill>
                <a:effectLst/>
                <a:uFillTx/>
                <a:latin typeface="Trebuchet MS"/>
              </a:rPr>
              <a:t>Student Name – Om Chandrakant </a:t>
            </a:r>
            <a:r>
              <a:rPr lang="en-US" sz="2000" b="0" u="none" strike="noStrike">
                <a:solidFill>
                  <a:schemeClr val="dk1"/>
                </a:solidFill>
                <a:effectLst/>
                <a:uFillTx/>
                <a:latin typeface="Trebuchet MS"/>
              </a:rPr>
              <a:t>Joshi </a:t>
            </a: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College </a:t>
            </a:r>
            <a:r>
              <a:rPr lang="en-US" sz="2000" b="0" u="none" strike="noStrike" dirty="0">
                <a:solidFill>
                  <a:schemeClr val="dk1"/>
                </a:solidFill>
                <a:effectLst/>
                <a:uFillTx/>
                <a:latin typeface="Trebuchet MS"/>
              </a:rPr>
              <a:t>Name- D. Y. Patil College of Engineering and Technology, Kolhapur </a:t>
            </a:r>
          </a:p>
        </p:txBody>
      </p:sp>
      <p:sp>
        <p:nvSpPr>
          <p:cNvPr id="501" name="PlaceHolder 2"/>
          <p:cNvSpPr>
            <a:spLocks noGrp="1"/>
          </p:cNvSpPr>
          <p:nvPr>
            <p:ph type="title"/>
          </p:nvPr>
        </p:nvSpPr>
        <p:spPr>
          <a:xfrm>
            <a:off x="0" y="2853000"/>
            <a:ext cx="10396160" cy="742680"/>
          </a:xfrm>
          <a:prstGeom prst="rect">
            <a:avLst/>
          </a:prstGeom>
          <a:noFill/>
          <a:ln w="0">
            <a:noFill/>
          </a:ln>
        </p:spPr>
        <p:txBody>
          <a:bodyPr lIns="91440" tIns="45720" rIns="91440" bIns="45720" anchor="t">
            <a:normAutofit fontScale="90000"/>
          </a:bodyPr>
          <a:lstStyle/>
          <a:p>
            <a:pPr indent="0" algn="l" defTabSz="457200">
              <a:lnSpc>
                <a:spcPct val="100000"/>
              </a:lnSpc>
              <a:buNone/>
              <a:tabLst>
                <a:tab pos="0" algn="l"/>
              </a:tabLst>
            </a:pPr>
            <a:r>
              <a:rPr lang="en-GB" sz="3200" b="0" u="none" strike="noStrike" dirty="0">
                <a:solidFill>
                  <a:schemeClr val="dk1"/>
                </a:solidFill>
                <a:effectLst/>
                <a:uFillTx/>
                <a:latin typeface="Trebuchet MS"/>
              </a:rPr>
              <a:t>Project Title - Seasonal Agriculture Performance Analysis</a:t>
            </a:r>
            <a:endParaRPr lang="en-US" sz="3200" b="0" u="none" strike="noStrike" dirty="0">
              <a:solidFill>
                <a:schemeClr val="dk1"/>
              </a:solidFill>
              <a:effectLst/>
              <a:uFillTx/>
              <a:latin typeface="Trebuchet MS"/>
            </a:endParaRPr>
          </a:p>
        </p:txBody>
      </p:sp>
      <p:sp>
        <p:nvSpPr>
          <p:cNvPr id="502" name="Text Placeholder 1"/>
          <p:cNvSpPr/>
          <p:nvPr/>
        </p:nvSpPr>
        <p:spPr>
          <a:xfrm>
            <a:off x="6400800" y="2793960"/>
            <a:ext cx="3311280" cy="86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defTabSz="457200">
              <a:lnSpc>
                <a:spcPct val="100000"/>
              </a:lnSpc>
              <a:spcBef>
                <a:spcPts val="1001"/>
              </a:spcBef>
              <a:tabLst>
                <a:tab pos="0" algn="l"/>
              </a:tabLst>
            </a:pPr>
            <a:endParaRPr lang="en-GB" sz="2400" b="1" u="none" strike="noStrike">
              <a:solidFill>
                <a:schemeClr val="accent4"/>
              </a:solidFill>
              <a:effectLst/>
              <a:uFillTx/>
              <a:latin typeface="Trebuchet MS"/>
            </a:endParaRPr>
          </a:p>
        </p:txBody>
      </p:sp>
      <p:pic>
        <p:nvPicPr>
          <p:cNvPr id="503" name="Picture 5"/>
          <p:cNvPicPr/>
          <p:nvPr/>
        </p:nvPicPr>
        <p:blipFill>
          <a:blip r:embed="rId2"/>
          <a:srcRect t="96153"/>
          <a:stretch/>
        </p:blipFill>
        <p:spPr>
          <a:xfrm>
            <a:off x="676080" y="6472080"/>
            <a:ext cx="2142360" cy="192240"/>
          </a:xfrm>
          <a:prstGeom prst="rect">
            <a:avLst/>
          </a:prstGeom>
          <a:noFill/>
          <a:ln w="0">
            <a:noFill/>
          </a:ln>
        </p:spPr>
      </p:pic>
      <p:sp>
        <p:nvSpPr>
          <p:cNvPr id="504" name="TextBox 2"/>
          <p:cNvSpPr/>
          <p:nvPr/>
        </p:nvSpPr>
        <p:spPr>
          <a:xfrm>
            <a:off x="957240" y="4576320"/>
            <a:ext cx="858276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800" b="1" u="none" strike="noStrike" dirty="0">
                <a:solidFill>
                  <a:schemeClr val="dk1"/>
                </a:solidFill>
                <a:effectLst/>
                <a:uFillTx/>
                <a:latin typeface="Trebuchet MS"/>
              </a:rPr>
              <a:t>AICTE STU ID : STU6699fa5ca8a7f1721367132</a:t>
            </a:r>
            <a:endParaRPr lang="en-IN" sz="1800" b="0" u="none" strike="noStrike" dirty="0">
              <a:solidFill>
                <a:srgbClr val="000000"/>
              </a:solidFill>
              <a:effectLst/>
              <a:uFillTx/>
              <a:latin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6" presetClass="entr" fill="hold" nodeType="clickEffect">
                                  <p:stCondLst>
                                    <p:cond delay="0"/>
                                  </p:stCondLst>
                                  <p:childTnLst>
                                    <p:set>
                                      <p:cBhvr>
                                        <p:cTn id="6" dur="1" fill="hold">
                                          <p:stCondLst>
                                            <p:cond delay="0"/>
                                          </p:stCondLst>
                                        </p:cTn>
                                        <p:tgtEl>
                                          <p:spTgt spid="501"/>
                                        </p:tgtEl>
                                        <p:attrNameLst>
                                          <p:attrName>style.visibility</p:attrName>
                                        </p:attrNameLst>
                                      </p:cBhvr>
                                      <p:to>
                                        <p:strVal val="visible"/>
                                      </p:to>
                                    </p:set>
                                    <p:animEffect transition="in" filter="wipe(down)">
                                      <p:cBhvr additive="repl">
                                        <p:cTn id="7" dur="580">
                                          <p:stCondLst>
                                            <p:cond delay="0"/>
                                          </p:stCondLst>
                                        </p:cTn>
                                        <p:tgtEl>
                                          <p:spTgt spid="501"/>
                                        </p:tgtEl>
                                      </p:cBhvr>
                                    </p:animEffect>
                                    <p:anim calcmode="lin" valueType="num">
                                      <p:cBhvr additive="repl">
                                        <p:cTn id="8" dur="1822">
                                          <p:stCondLst>
                                            <p:cond delay="0"/>
                                          </p:stCondLst>
                                        </p:cTn>
                                        <p:tgtEl>
                                          <p:spTgt spid="501"/>
                                        </p:tgtEl>
                                        <p:attrNameLst>
                                          <p:attrName>ppt_x</p:attrName>
                                        </p:attrNameLst>
                                      </p:cBhvr>
                                      <p:tavLst>
                                        <p:tav>
                                          <p:val>
                                            <p:strVal val="#ppt_x-0.25"/>
                                          </p:val>
                                        </p:tav>
                                        <p:tav tm="100000">
                                          <p:val>
                                            <p:strVal val="#ppt_x"/>
                                          </p:val>
                                        </p:tav>
                                      </p:tavLst>
                                    </p:anim>
                                    <p:anim calcmode="lin" valueType="num">
                                      <p:cBhvr additive="repl">
                                        <p:cTn id="9" dur="664">
                                          <p:stCondLst>
                                            <p:cond delay="0"/>
                                          </p:stCondLst>
                                        </p:cTn>
                                        <p:tgtEl>
                                          <p:spTgt spid="501"/>
                                        </p:tgtEl>
                                        <p:attrNameLst>
                                          <p:attrName>ppt_y</p:attrName>
                                        </p:attrNameLst>
                                      </p:cBhvr>
                                      <p:tavLst>
                                        <p:tav fmla="y-sin(pi*$)/3">
                                          <p:val>
                                            <p:fltVal val="0.5"/>
                                          </p:val>
                                        </p:tav>
                                        <p:tav tm="100000" fmla="y-sin(pi*$)/3">
                                          <p:val>
                                            <p:fltVal val="1"/>
                                          </p:val>
                                        </p:tav>
                                      </p:tavLst>
                                    </p:anim>
                                    <p:anim calcmode="lin" valueType="num">
                                      <p:cBhvr additive="repl">
                                        <p:cTn id="10" dur="664">
                                          <p:stCondLst>
                                            <p:cond delay="664"/>
                                          </p:stCondLst>
                                        </p:cTn>
                                        <p:tgtEl>
                                          <p:spTgt spid="501"/>
                                        </p:tgtEl>
                                        <p:attrNameLst>
                                          <p:attrName>ppt_y</p:attrName>
                                        </p:attrNameLst>
                                      </p:cBhvr>
                                      <p:tavLst>
                                        <p:tav fmla="y-sin(pi*$)/9">
                                          <p:val>
                                            <p:fltVal val="0"/>
                                          </p:val>
                                        </p:tav>
                                        <p:tav tm="100000" fmla="y-sin(pi*$)/9">
                                          <p:val>
                                            <p:fltVal val="1"/>
                                          </p:val>
                                        </p:tav>
                                      </p:tavLst>
                                    </p:anim>
                                    <p:anim calcmode="lin" valueType="num">
                                      <p:cBhvr additive="repl">
                                        <p:cTn id="11" dur="332">
                                          <p:stCondLst>
                                            <p:cond delay="1324"/>
                                          </p:stCondLst>
                                        </p:cTn>
                                        <p:tgtEl>
                                          <p:spTgt spid="501"/>
                                        </p:tgtEl>
                                        <p:attrNameLst>
                                          <p:attrName>ppt_y</p:attrName>
                                        </p:attrNameLst>
                                      </p:cBhvr>
                                      <p:tavLst>
                                        <p:tav fmla="y-sin(pi*$)/27">
                                          <p:val>
                                            <p:fltVal val="0"/>
                                          </p:val>
                                        </p:tav>
                                        <p:tav tm="100000" fmla="y-sin(pi*$)/27">
                                          <p:val>
                                            <p:fltVal val="1"/>
                                          </p:val>
                                        </p:tav>
                                      </p:tavLst>
                                    </p:anim>
                                    <p:anim calcmode="lin" valueType="num">
                                      <p:cBhvr additive="repl">
                                        <p:cTn id="12" dur="164">
                                          <p:stCondLst>
                                            <p:cond delay="1656"/>
                                          </p:stCondLst>
                                        </p:cTn>
                                        <p:tgtEl>
                                          <p:spTgt spid="501"/>
                                        </p:tgtEl>
                                        <p:attrNameLst>
                                          <p:attrName>ppt_y</p:attrName>
                                        </p:attrNameLst>
                                      </p:cBhvr>
                                      <p:tavLst>
                                        <p:tav fmla="y-sin(pi*$)/81">
                                          <p:val>
                                            <p:fltVal val="0"/>
                                          </p:val>
                                        </p:tav>
                                        <p:tav tm="100000" fmla="y-sin(pi*$)/81">
                                          <p:val>
                                            <p:fltVal val="1"/>
                                          </p:val>
                                        </p:tav>
                                      </p:tavLst>
                                    </p:anim>
                                    <p:animScale>
                                      <p:cBhvr>
                                        <p:cTn id="13" dur="26" fill="hold">
                                          <p:stCondLst>
                                            <p:cond delay="650"/>
                                          </p:stCondLst>
                                        </p:cTn>
                                        <p:tgtEl>
                                          <p:spTgt spid="501"/>
                                        </p:tgtEl>
                                      </p:cBhvr>
                                      <p:to x="100000" y="60000"/>
                                    </p:animScale>
                                    <p:animScale>
                                      <p:cBhvr>
                                        <p:cTn id="14" dur="166" fill="hold">
                                          <p:stCondLst>
                                            <p:cond delay="676"/>
                                          </p:stCondLst>
                                        </p:cTn>
                                        <p:tgtEl>
                                          <p:spTgt spid="501"/>
                                        </p:tgtEl>
                                      </p:cBhvr>
                                      <p:to x="100000" y="100000"/>
                                    </p:animScale>
                                    <p:animScale>
                                      <p:cBhvr>
                                        <p:cTn id="15" dur="26" fill="hold">
                                          <p:stCondLst>
                                            <p:cond delay="1312"/>
                                          </p:stCondLst>
                                        </p:cTn>
                                        <p:tgtEl>
                                          <p:spTgt spid="501"/>
                                        </p:tgtEl>
                                      </p:cBhvr>
                                      <p:to x="100000" y="80000"/>
                                    </p:animScale>
                                    <p:animScale>
                                      <p:cBhvr>
                                        <p:cTn id="16" dur="166" fill="hold">
                                          <p:stCondLst>
                                            <p:cond delay="1338"/>
                                          </p:stCondLst>
                                        </p:cTn>
                                        <p:tgtEl>
                                          <p:spTgt spid="501"/>
                                        </p:tgtEl>
                                      </p:cBhvr>
                                      <p:to x="100000" y="100000"/>
                                    </p:animScale>
                                    <p:animScale>
                                      <p:cBhvr>
                                        <p:cTn id="17" dur="26" fill="hold">
                                          <p:stCondLst>
                                            <p:cond delay="1642"/>
                                          </p:stCondLst>
                                        </p:cTn>
                                        <p:tgtEl>
                                          <p:spTgt spid="501"/>
                                        </p:tgtEl>
                                      </p:cBhvr>
                                      <p:to x="100000" y="90000"/>
                                    </p:animScale>
                                    <p:animScale>
                                      <p:cBhvr>
                                        <p:cTn id="18" dur="166" fill="hold">
                                          <p:stCondLst>
                                            <p:cond delay="1668"/>
                                          </p:stCondLst>
                                        </p:cTn>
                                        <p:tgtEl>
                                          <p:spTgt spid="501"/>
                                        </p:tgtEl>
                                      </p:cBhvr>
                                      <p:to x="100000" y="100000"/>
                                    </p:animScale>
                                    <p:animScale>
                                      <p:cBhvr>
                                        <p:cTn id="19" dur="26" fill="hold">
                                          <p:stCondLst>
                                            <p:cond delay="1808"/>
                                          </p:stCondLst>
                                        </p:cTn>
                                        <p:tgtEl>
                                          <p:spTgt spid="501"/>
                                        </p:tgtEl>
                                      </p:cBhvr>
                                      <p:to x="100000" y="95000"/>
                                    </p:animScale>
                                    <p:animScale>
                                      <p:cBhvr>
                                        <p:cTn id="20" dur="166" fill="hold">
                                          <p:stCondLst>
                                            <p:cond delay="1834"/>
                                          </p:stCondLst>
                                        </p:cTn>
                                        <p:tgtEl>
                                          <p:spTgt spid="50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502"/>
                                        </p:tgtEl>
                                        <p:attrNameLst>
                                          <p:attrName>style.visibility</p:attrName>
                                        </p:attrNameLst>
                                      </p:cBhvr>
                                      <p:to>
                                        <p:strVal val="visible"/>
                                      </p:to>
                                    </p:set>
                                    <p:anim calcmode="lin" valueType="num">
                                      <p:cBhvr additive="repl">
                                        <p:cTn id="25" dur="500" fill="hold"/>
                                        <p:tgtEl>
                                          <p:spTgt spid="502"/>
                                        </p:tgtEl>
                                        <p:attrNameLst>
                                          <p:attrName>ppt_w</p:attrName>
                                        </p:attrNameLst>
                                      </p:cBhvr>
                                      <p:tavLst>
                                        <p:tav>
                                          <p:val>
                                            <p:fltVal val="0"/>
                                          </p:val>
                                        </p:tav>
                                        <p:tav tm="100000">
                                          <p:val>
                                            <p:strVal val="#ppt_w"/>
                                          </p:val>
                                        </p:tav>
                                      </p:tavLst>
                                    </p:anim>
                                    <p:anim calcmode="lin" valueType="num">
                                      <p:cBhvr additive="repl">
                                        <p:cTn id="26" dur="500" fill="hold"/>
                                        <p:tgtEl>
                                          <p:spTgt spid="502"/>
                                        </p:tgtEl>
                                        <p:attrNameLst>
                                          <p:attrName>ppt_h</p:attrName>
                                        </p:attrNameLst>
                                      </p:cBhvr>
                                      <p:tavLst>
                                        <p:tav>
                                          <p:val>
                                            <p:fltVal val="0"/>
                                          </p:val>
                                        </p:tav>
                                        <p:tav tm="100000">
                                          <p:val>
                                            <p:strVal val="#ppt_h"/>
                                          </p:val>
                                        </p:tav>
                                      </p:tavLst>
                                    </p:anim>
                                    <p:animEffect transition="in" filter="fade">
                                      <p:cBhvr additive="repl">
                                        <p:cTn id="27" dur="500"/>
                                        <p:tgtEl>
                                          <p:spTgt spid="502"/>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00">
                                            <p:txEl>
                                              <p:pRg st="0" end="0"/>
                                            </p:txEl>
                                          </p:spTgt>
                                        </p:tgtEl>
                                        <p:attrNameLst>
                                          <p:attrName>style.visibility</p:attrName>
                                        </p:attrNameLst>
                                      </p:cBhvr>
                                      <p:to>
                                        <p:strVal val="visible"/>
                                      </p:to>
                                    </p:set>
                                    <p:animEffect transition="in" filter="randombar(horizontal)">
                                      <p:cBhvr additive="repl">
                                        <p:cTn id="32" dur="500"/>
                                        <p:tgtEl>
                                          <p:spTgt spid="50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00">
                                            <p:txEl>
                                              <p:pRg st="1" end="1"/>
                                            </p:txEl>
                                          </p:spTgt>
                                        </p:tgtEl>
                                        <p:attrNameLst>
                                          <p:attrName>style.visibility</p:attrName>
                                        </p:attrNameLst>
                                      </p:cBhvr>
                                      <p:to>
                                        <p:strVal val="visible"/>
                                      </p:to>
                                    </p:set>
                                    <p:animEffect transition="in" filter="randombar(horizontal)">
                                      <p:cBhvr additive="repl">
                                        <p:cTn id="37" dur="500"/>
                                        <p:tgtEl>
                                          <p:spTgt spid="5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p:cNvSpPr>
          <p:nvPr>
            <p:ph/>
          </p:nvPr>
        </p:nvSpPr>
        <p:spPr>
          <a:xfrm>
            <a:off x="462320" y="1339920"/>
            <a:ext cx="6430680" cy="3607200"/>
          </a:xfrm>
          <a:prstGeom prst="rect">
            <a:avLst/>
          </a:prstGeom>
          <a:noFill/>
          <a:ln w="0">
            <a:noFill/>
          </a:ln>
        </p:spPr>
        <p:txBody>
          <a:bodyPr lIns="91440" tIns="45720" rIns="91440" bIns="45720" anchor="t">
            <a:noAutofit/>
          </a:bodyPr>
          <a:lstStyle/>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Agricultural activities are influenced by seasonal variations in environmental conditions,</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farming practices, resource availability and market conditions. As a result, agricultural</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performance may differ from one season to another.</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However, raw agricultural data does not clearly explain how agricultural performance changes</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across seasons or what patterns can be observed in different seasonal conditions.</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The problem is to </a:t>
            </a:r>
            <a:r>
              <a:rPr lang="en-IN" sz="1400" b="0" u="none" strike="noStrike" dirty="0" err="1">
                <a:solidFill>
                  <a:schemeClr val="tx1"/>
                </a:solidFill>
                <a:effectLst/>
                <a:uFillTx/>
                <a:latin typeface="Times New Roman" panose="02020603050405020304" pitchFamily="18" charset="0"/>
                <a:cs typeface="Times New Roman" panose="02020603050405020304" pitchFamily="18" charset="0"/>
              </a:rPr>
              <a:t>analyze</a:t>
            </a: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 the given agricultural dataset and investigate seasonal differences</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in agricultural performance by identifying meaningful patterns, trends, relationships and</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a:p>
            <a:pPr marL="343080" indent="-343080" algn="l" defTabSz="457200">
              <a:spcBef>
                <a:spcPts val="1001"/>
              </a:spcBef>
              <a:buClr>
                <a:srgbClr val="2E946B"/>
              </a:buClr>
              <a:buSzPct val="80000"/>
              <a:buFont typeface="Wingdings" charset="2"/>
              <a:buChar char=""/>
              <a:tabLst>
                <a:tab pos="0" algn="l"/>
              </a:tabLst>
            </a:pPr>
            <a:r>
              <a:rPr lang="en-IN" sz="1400" b="0" u="none" strike="noStrike" dirty="0">
                <a:solidFill>
                  <a:schemeClr val="tx1"/>
                </a:solidFill>
                <a:effectLst/>
                <a:uFillTx/>
                <a:latin typeface="Times New Roman" panose="02020603050405020304" pitchFamily="18" charset="0"/>
                <a:cs typeface="Times New Roman" panose="02020603050405020304" pitchFamily="18" charset="0"/>
              </a:rPr>
              <a:t>variations within the available data.</a:t>
            </a:r>
            <a:endParaRPr lang="en-US" sz="1400" b="0" u="none" strike="noStrike" dirty="0">
              <a:solidFill>
                <a:schemeClr val="tx1"/>
              </a:solidFill>
              <a:effectLst/>
              <a:uFillTx/>
              <a:latin typeface="Times New Roman" panose="02020603050405020304" pitchFamily="18" charset="0"/>
              <a:cs typeface="Times New Roman" panose="02020603050405020304" pitchFamily="18" charset="0"/>
            </a:endParaRPr>
          </a:p>
        </p:txBody>
      </p:sp>
      <p:sp>
        <p:nvSpPr>
          <p:cNvPr id="506" name="PlaceHolder 2"/>
          <p:cNvSpPr>
            <a:spLocks noGrp="1"/>
          </p:cNvSpPr>
          <p:nvPr>
            <p:ph type="title"/>
          </p:nvPr>
        </p:nvSpPr>
        <p:spPr>
          <a:xfrm>
            <a:off x="754560" y="550440"/>
            <a:ext cx="6994800" cy="78948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US" sz="2800" b="1" u="none" strike="noStrike" dirty="0">
                <a:solidFill>
                  <a:schemeClr val="dk1"/>
                </a:solidFill>
                <a:effectLst/>
                <a:uFillTx/>
                <a:latin typeface="Trebuchet MS"/>
              </a:rPr>
              <a:t>PROBLEM  STATEMENT</a:t>
            </a:r>
          </a:p>
        </p:txBody>
      </p:sp>
      <p:pic>
        <p:nvPicPr>
          <p:cNvPr id="507" name="Picture 4"/>
          <p:cNvPicPr/>
          <p:nvPr/>
        </p:nvPicPr>
        <p:blipFill>
          <a:blip r:embed="rId2"/>
          <a:stretch/>
        </p:blipFill>
        <p:spPr>
          <a:xfrm>
            <a:off x="7995600" y="2930760"/>
            <a:ext cx="2760120" cy="3263760"/>
          </a:xfrm>
          <a:prstGeom prst="rect">
            <a:avLst/>
          </a:prstGeom>
          <a:noFill/>
          <a:ln w="0">
            <a:noFill/>
          </a:ln>
        </p:spPr>
      </p:pic>
      <p:pic>
        <p:nvPicPr>
          <p:cNvPr id="508" name="Picture 5"/>
          <p:cNvPicPr/>
          <p:nvPr/>
        </p:nvPicPr>
        <p:blipFill>
          <a:blip r:embed="rId3"/>
          <a:srcRect t="96153"/>
          <a:stretch/>
        </p:blipFill>
        <p:spPr>
          <a:xfrm>
            <a:off x="676080" y="6472080"/>
            <a:ext cx="2142360" cy="19224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anim calcmode="lin" valueType="num">
                                      <p:cBhvr additive="repl">
                                        <p:cTn id="7" dur="500" fill="hold"/>
                                        <p:tgtEl>
                                          <p:spTgt spid="506"/>
                                        </p:tgtEl>
                                        <p:attrNameLst>
                                          <p:attrName>ppt_w</p:attrName>
                                        </p:attrNameLst>
                                      </p:cBhvr>
                                      <p:tavLst>
                                        <p:tav>
                                          <p:val>
                                            <p:fltVal val="0"/>
                                          </p:val>
                                        </p:tav>
                                        <p:tav tm="100000">
                                          <p:val>
                                            <p:strVal val="#ppt_w"/>
                                          </p:val>
                                        </p:tav>
                                      </p:tavLst>
                                    </p:anim>
                                    <p:anim calcmode="lin" valueType="num">
                                      <p:cBhvr additive="repl">
                                        <p:cTn id="8" dur="500" fill="hold"/>
                                        <p:tgtEl>
                                          <p:spTgt spid="506"/>
                                        </p:tgtEl>
                                        <p:attrNameLst>
                                          <p:attrName>ppt_h</p:attrName>
                                        </p:attrNameLst>
                                      </p:cBhvr>
                                      <p:tavLst>
                                        <p:tav>
                                          <p:val>
                                            <p:fltVal val="0"/>
                                          </p:val>
                                        </p:tav>
                                        <p:tav tm="100000">
                                          <p:val>
                                            <p:strVal val="#ppt_h"/>
                                          </p:val>
                                        </p:tav>
                                      </p:tavLst>
                                    </p:anim>
                                    <p:animEffect transition="in" filter="fade">
                                      <p:cBhvr additive="repl">
                                        <p:cTn id="9" dur="500"/>
                                        <p:tgtEl>
                                          <p:spTgt spid="50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05">
                                            <p:txEl>
                                              <p:pRg st="0" end="0"/>
                                            </p:txEl>
                                          </p:spTgt>
                                        </p:tgtEl>
                                        <p:attrNameLst>
                                          <p:attrName>style.visibility</p:attrName>
                                        </p:attrNameLst>
                                      </p:cBhvr>
                                      <p:to>
                                        <p:strVal val="visible"/>
                                      </p:to>
                                    </p:set>
                                    <p:animEffect transition="in" filter="fade">
                                      <p:cBhvr additive="repl">
                                        <p:cTn id="14" dur="1000"/>
                                        <p:tgtEl>
                                          <p:spTgt spid="505">
                                            <p:txEl>
                                              <p:pRg st="0" end="0"/>
                                            </p:txEl>
                                          </p:spTgt>
                                        </p:tgtEl>
                                      </p:cBhvr>
                                    </p:animEffect>
                                    <p:anim calcmode="lin" valueType="num">
                                      <p:cBhvr additive="repl">
                                        <p:cTn id="15" dur="1000" fill="hold"/>
                                        <p:tgtEl>
                                          <p:spTgt spid="505">
                                            <p:txEl>
                                              <p:pRg st="0" end="0"/>
                                            </p:txEl>
                                          </p:spTgt>
                                        </p:tgtEl>
                                        <p:attrNameLst>
                                          <p:attrName>ppt_x</p:attrName>
                                        </p:attrNameLst>
                                      </p:cBhvr>
                                      <p:tavLst>
                                        <p:tav>
                                          <p:val>
                                            <p:strVal val="#ppt_x"/>
                                          </p:val>
                                        </p:tav>
                                        <p:tav tm="100000">
                                          <p:val>
                                            <p:strVal val="#ppt_x"/>
                                          </p:val>
                                        </p:tav>
                                      </p:tavLst>
                                    </p:anim>
                                    <p:anim calcmode="lin" valueType="num">
                                      <p:cBhvr additive="repl">
                                        <p:cTn id="16" dur="1000" fill="hold"/>
                                        <p:tgtEl>
                                          <p:spTgt spid="505">
                                            <p:txEl>
                                              <p:pRg st="0" end="0"/>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lumMod val="95000"/>
          </a:schemeClr>
        </a:solidFill>
        <a:effectLst/>
      </p:bgPr>
    </p:bg>
    <p:spTree>
      <p:nvGrpSpPr>
        <p:cNvPr id="1" name=""/>
        <p:cNvGrpSpPr/>
        <p:nvPr/>
      </p:nvGrpSpPr>
      <p:grpSpPr>
        <a:xfrm>
          <a:off x="0" y="0"/>
          <a:ext cx="0" cy="0"/>
          <a:chOff x="0" y="0"/>
          <a:chExt cx="0" cy="0"/>
        </a:xfrm>
      </p:grpSpPr>
      <p:sp>
        <p:nvSpPr>
          <p:cNvPr id="509" name="PlaceHolder 1"/>
          <p:cNvSpPr>
            <a:spLocks noGrp="1"/>
          </p:cNvSpPr>
          <p:nvPr>
            <p:ph type="title"/>
          </p:nvPr>
        </p:nvSpPr>
        <p:spPr>
          <a:xfrm>
            <a:off x="660240" y="805320"/>
            <a:ext cx="6275520" cy="830160"/>
          </a:xfrm>
          <a:prstGeom prst="rect">
            <a:avLst/>
          </a:prstGeom>
          <a:noFill/>
          <a:ln w="0">
            <a:noFill/>
          </a:ln>
        </p:spPr>
        <p:txBody>
          <a:bodyPr lIns="91440" tIns="45720" rIns="91440" bIns="45720" anchor="t">
            <a:normAutofit fontScale="90000"/>
          </a:bodyPr>
          <a:lstStyle/>
          <a:p>
            <a:pPr indent="0" algn="l" defTabSz="457200">
              <a:lnSpc>
                <a:spcPct val="100000"/>
              </a:lnSpc>
              <a:buNone/>
              <a:tabLst>
                <a:tab pos="0" algn="l"/>
              </a:tabLst>
            </a:pPr>
            <a:r>
              <a:rPr lang="en-GB" sz="3100" b="1" u="none" strike="noStrike" dirty="0">
                <a:solidFill>
                  <a:schemeClr val="dk1"/>
                </a:solidFill>
                <a:effectLst/>
                <a:uFillTx/>
                <a:latin typeface="Trebuchet MS"/>
              </a:rPr>
              <a:t>Project Description</a:t>
            </a:r>
            <a:r>
              <a:rPr lang="en-GB" sz="4800" b="1" u="none" strike="noStrike" dirty="0">
                <a:solidFill>
                  <a:schemeClr val="dk1"/>
                </a:solidFill>
                <a:effectLst/>
                <a:uFillTx/>
                <a:latin typeface="Trebuchet MS"/>
              </a:rPr>
              <a:t> </a:t>
            </a:r>
            <a:br>
              <a:rPr sz="4800" dirty="0"/>
            </a:br>
            <a:endParaRPr lang="en-US" sz="4800" b="1" u="none" strike="noStrike" dirty="0">
              <a:solidFill>
                <a:schemeClr val="dk1"/>
              </a:solidFill>
              <a:effectLst/>
              <a:uFillTx/>
              <a:latin typeface="Trebuchet MS"/>
            </a:endParaRPr>
          </a:p>
        </p:txBody>
      </p:sp>
      <p:pic>
        <p:nvPicPr>
          <p:cNvPr id="510" name="Picture 4"/>
          <p:cNvPicPr/>
          <p:nvPr/>
        </p:nvPicPr>
        <p:blipFill>
          <a:blip r:embed="rId2"/>
          <a:srcRect t="96153"/>
          <a:stretch/>
        </p:blipFill>
        <p:spPr>
          <a:xfrm>
            <a:off x="676080" y="6472080"/>
            <a:ext cx="2142360" cy="192240"/>
          </a:xfrm>
          <a:prstGeom prst="rect">
            <a:avLst/>
          </a:prstGeom>
          <a:noFill/>
          <a:ln w="0">
            <a:noFill/>
          </a:ln>
        </p:spPr>
      </p:pic>
      <p:pic>
        <p:nvPicPr>
          <p:cNvPr id="511" name="Picture 5"/>
          <p:cNvPicPr/>
          <p:nvPr/>
        </p:nvPicPr>
        <p:blipFill>
          <a:blip r:embed="rId3"/>
          <a:stretch/>
        </p:blipFill>
        <p:spPr>
          <a:xfrm>
            <a:off x="467280" y="6410520"/>
            <a:ext cx="3705480" cy="295200"/>
          </a:xfrm>
          <a:prstGeom prst="rect">
            <a:avLst/>
          </a:prstGeom>
          <a:noFill/>
          <a:ln w="0">
            <a:noFill/>
          </a:ln>
        </p:spPr>
      </p:pic>
      <p:sp>
        <p:nvSpPr>
          <p:cNvPr id="2" name="TextBox 1">
            <a:extLst>
              <a:ext uri="{FF2B5EF4-FFF2-40B4-BE49-F238E27FC236}">
                <a16:creationId xmlns:a16="http://schemas.microsoft.com/office/drawing/2014/main" id="{D8FF154F-54A0-F684-37C6-B28C4D841491}"/>
              </a:ext>
            </a:extLst>
          </p:cNvPr>
          <p:cNvSpPr txBox="1"/>
          <p:nvPr/>
        </p:nvSpPr>
        <p:spPr>
          <a:xfrm>
            <a:off x="863600" y="1889199"/>
            <a:ext cx="5706533" cy="2893100"/>
          </a:xfrm>
          <a:prstGeom prst="rect">
            <a:avLst/>
          </a:prstGeom>
          <a:noFill/>
        </p:spPr>
        <p:txBody>
          <a:bodyPr wrap="square" rtlCol="0">
            <a:spAutoFit/>
          </a:bodyPr>
          <a:lstStyle/>
          <a:p>
            <a:r>
              <a:rPr lang="en-GB" sz="1400" dirty="0">
                <a:latin typeface="Times New Roman" panose="02020603050405020304" pitchFamily="18" charset="0"/>
                <a:cs typeface="Times New Roman" panose="02020603050405020304" pitchFamily="18" charset="0"/>
              </a:rPr>
              <a:t>Seasonal Agriculture Performance Analysis is a data analytics project that focuses on understanding how agricultural performance varies across different seasons due to changes in environmental conditions, farming practices, resource availability, geographical factors, and market conditions. The project aims to analyse the agricultural dataset to identify meaningful seasonal patterns, trends, relationships, and variations in crop production, resource usage, and economic performance. Through data cleaning, statistical analysis, comparison, and visualization techniques, the project will examine differences across seasons and identify significant or unusual patterns. The findings will be interpreted to generate evidence-based insights, conclusions, and recommendations that can support better seasonal agricultural planning and decision-making.</a:t>
            </a:r>
          </a:p>
          <a:p>
            <a:endParaRPr lang="en-GB" sz="1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anim calcmode="lin" valueType="num">
                                      <p:cBhvr additive="repl">
                                        <p:cTn id="7" dur="500" fill="hold"/>
                                        <p:tgtEl>
                                          <p:spTgt spid="509"/>
                                        </p:tgtEl>
                                        <p:attrNameLst>
                                          <p:attrName>ppt_w</p:attrName>
                                        </p:attrNameLst>
                                      </p:cBhvr>
                                      <p:tavLst>
                                        <p:tav>
                                          <p:val>
                                            <p:fltVal val="0"/>
                                          </p:val>
                                        </p:tav>
                                        <p:tav tm="100000">
                                          <p:val>
                                            <p:strVal val="#ppt_w"/>
                                          </p:val>
                                        </p:tav>
                                      </p:tavLst>
                                    </p:anim>
                                    <p:anim calcmode="lin" valueType="num">
                                      <p:cBhvr additive="repl">
                                        <p:cTn id="8" dur="500" fill="hold"/>
                                        <p:tgtEl>
                                          <p:spTgt spid="509"/>
                                        </p:tgtEl>
                                        <p:attrNameLst>
                                          <p:attrName>ppt_h</p:attrName>
                                        </p:attrNameLst>
                                      </p:cBhvr>
                                      <p:tavLst>
                                        <p:tav>
                                          <p:val>
                                            <p:fltVal val="0"/>
                                          </p:val>
                                        </p:tav>
                                        <p:tav tm="100000">
                                          <p:val>
                                            <p:strVal val="#ppt_h"/>
                                          </p:val>
                                        </p:tav>
                                      </p:tavLst>
                                    </p:anim>
                                    <p:animEffect transition="in" filter="fade">
                                      <p:cBhvr additive="repl">
                                        <p:cTn id="9" dur="500"/>
                                        <p:tgtEl>
                                          <p:spTgt spid="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PlaceHolder 1"/>
          <p:cNvSpPr>
            <a:spLocks noGrp="1"/>
          </p:cNvSpPr>
          <p:nvPr>
            <p:ph/>
          </p:nvPr>
        </p:nvSpPr>
        <p:spPr>
          <a:xfrm>
            <a:off x="721439" y="1991520"/>
            <a:ext cx="8871293" cy="3989160"/>
          </a:xfrm>
          <a:prstGeom prst="rect">
            <a:avLst/>
          </a:prstGeom>
          <a:noFill/>
          <a:ln w="0">
            <a:noFill/>
          </a:ln>
        </p:spPr>
        <p:txBody>
          <a:bodyPr lIns="91440" tIns="45720" rIns="91440" bIns="45720" anchor="t">
            <a:normAutofit/>
          </a:bodyPr>
          <a:lstStyle/>
          <a:p>
            <a:pPr lvl="0"/>
            <a:r>
              <a:rPr lang="en-GB" sz="1800" b="1" dirty="0">
                <a:latin typeface="Times New Roman" panose="02020603050405020304" pitchFamily="18" charset="0"/>
                <a:cs typeface="Times New Roman" panose="02020603050405020304" pitchFamily="18" charset="0"/>
              </a:rPr>
              <a:t>Farmers</a:t>
            </a:r>
            <a:r>
              <a:rPr lang="en-GB" sz="1800" dirty="0">
                <a:latin typeface="Times New Roman" panose="02020603050405020304" pitchFamily="18" charset="0"/>
                <a:cs typeface="Times New Roman" panose="02020603050405020304" pitchFamily="18" charset="0"/>
              </a:rPr>
              <a:t> – to understand seasonal patterns and improve farming decisions. </a:t>
            </a:r>
          </a:p>
          <a:p>
            <a:pPr lvl="0"/>
            <a:r>
              <a:rPr lang="en-GB" sz="1800" b="1" dirty="0">
                <a:latin typeface="Times New Roman" panose="02020603050405020304" pitchFamily="18" charset="0"/>
                <a:cs typeface="Times New Roman" panose="02020603050405020304" pitchFamily="18" charset="0"/>
              </a:rPr>
              <a:t>Agricultural planners</a:t>
            </a:r>
            <a:r>
              <a:rPr lang="en-GB" sz="1800" dirty="0">
                <a:latin typeface="Times New Roman" panose="02020603050405020304" pitchFamily="18" charset="0"/>
                <a:cs typeface="Times New Roman" panose="02020603050405020304" pitchFamily="18" charset="0"/>
              </a:rPr>
              <a:t> – to support evidence-based seasonal agricultural planning. </a:t>
            </a:r>
          </a:p>
          <a:p>
            <a:pPr lvl="0"/>
            <a:r>
              <a:rPr lang="en-GB" sz="1800" b="1" dirty="0">
                <a:latin typeface="Times New Roman" panose="02020603050405020304" pitchFamily="18" charset="0"/>
                <a:cs typeface="Times New Roman" panose="02020603050405020304" pitchFamily="18" charset="0"/>
              </a:rPr>
              <a:t>Agricultural researchers</a:t>
            </a:r>
            <a:r>
              <a:rPr lang="en-GB" sz="1800" dirty="0">
                <a:latin typeface="Times New Roman" panose="02020603050405020304" pitchFamily="18" charset="0"/>
                <a:cs typeface="Times New Roman" panose="02020603050405020304" pitchFamily="18" charset="0"/>
              </a:rPr>
              <a:t> – to study seasonal trends, environmental conditions, and crop performance. </a:t>
            </a:r>
          </a:p>
          <a:p>
            <a:pPr lvl="0"/>
            <a:r>
              <a:rPr lang="en-GB" sz="1800" b="1" dirty="0">
                <a:latin typeface="Times New Roman" panose="02020603050405020304" pitchFamily="18" charset="0"/>
                <a:cs typeface="Times New Roman" panose="02020603050405020304" pitchFamily="18" charset="0"/>
              </a:rPr>
              <a:t>Government and agricultural departments</a:t>
            </a:r>
            <a:r>
              <a:rPr lang="en-GB" sz="1800" dirty="0">
                <a:latin typeface="Times New Roman" panose="02020603050405020304" pitchFamily="18" charset="0"/>
                <a:cs typeface="Times New Roman" panose="02020603050405020304" pitchFamily="18" charset="0"/>
              </a:rPr>
              <a:t> – to support planning and resource allocation. </a:t>
            </a:r>
          </a:p>
          <a:p>
            <a:pPr lvl="0"/>
            <a:r>
              <a:rPr lang="en-GB" sz="1800" b="1" dirty="0">
                <a:latin typeface="Times New Roman" panose="02020603050405020304" pitchFamily="18" charset="0"/>
                <a:cs typeface="Times New Roman" panose="02020603050405020304" pitchFamily="18" charset="0"/>
              </a:rPr>
              <a:t>Agribusinesses and market stakeholders</a:t>
            </a:r>
            <a:r>
              <a:rPr lang="en-GB" sz="1800" dirty="0">
                <a:latin typeface="Times New Roman" panose="02020603050405020304" pitchFamily="18" charset="0"/>
                <a:cs typeface="Times New Roman" panose="02020603050405020304" pitchFamily="18" charset="0"/>
              </a:rPr>
              <a:t> – to understand seasonal production and economic outcomes. </a:t>
            </a:r>
          </a:p>
          <a:p>
            <a:pPr lvl="0"/>
            <a:r>
              <a:rPr lang="en-GB" sz="1800" b="1" dirty="0">
                <a:latin typeface="Times New Roman" panose="02020603050405020304" pitchFamily="18" charset="0"/>
                <a:cs typeface="Times New Roman" panose="02020603050405020304" pitchFamily="18" charset="0"/>
              </a:rPr>
              <a:t>Students/Data Analysts</a:t>
            </a:r>
            <a:r>
              <a:rPr lang="en-GB" sz="1800" dirty="0">
                <a:latin typeface="Times New Roman" panose="02020603050405020304" pitchFamily="18" charset="0"/>
                <a:cs typeface="Times New Roman" panose="02020603050405020304" pitchFamily="18" charset="0"/>
              </a:rPr>
              <a:t> – to explore and </a:t>
            </a:r>
            <a:r>
              <a:rPr lang="en-GB" sz="1800" dirty="0" err="1">
                <a:latin typeface="Times New Roman" panose="02020603050405020304" pitchFamily="18" charset="0"/>
                <a:cs typeface="Times New Roman" panose="02020603050405020304" pitchFamily="18" charset="0"/>
              </a:rPr>
              <a:t>analyze</a:t>
            </a:r>
            <a:r>
              <a:rPr lang="en-GB" sz="1800" dirty="0">
                <a:latin typeface="Times New Roman" panose="02020603050405020304" pitchFamily="18" charset="0"/>
                <a:cs typeface="Times New Roman" panose="02020603050405020304" pitchFamily="18" charset="0"/>
              </a:rPr>
              <a:t> real-world agricultural data.</a:t>
            </a:r>
          </a:p>
          <a:p>
            <a:pPr indent="0" algn="ctr" defTabSz="457200">
              <a:buNone/>
              <a:tabLst>
                <a:tab pos="0" algn="l"/>
              </a:tabLst>
            </a:pPr>
            <a:endParaRPr lang="en-US" sz="18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513" name="PlaceHolder 2"/>
          <p:cNvSpPr>
            <a:spLocks noGrp="1"/>
          </p:cNvSpPr>
          <p:nvPr>
            <p:ph type="title"/>
          </p:nvPr>
        </p:nvSpPr>
        <p:spPr>
          <a:xfrm>
            <a:off x="619920" y="876600"/>
            <a:ext cx="10045440" cy="80208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US" sz="3200" b="1" u="none" strike="noStrike" dirty="0">
                <a:solidFill>
                  <a:schemeClr val="dk1"/>
                </a:solidFill>
                <a:effectLst/>
                <a:uFillTx/>
                <a:latin typeface="Trebuchet MS"/>
              </a:rPr>
              <a:t>WHO ARE THE END USERS?</a:t>
            </a:r>
          </a:p>
        </p:txBody>
      </p:sp>
      <p:pic>
        <p:nvPicPr>
          <p:cNvPr id="514" name="Picture 5"/>
          <p:cNvPicPr/>
          <p:nvPr/>
        </p:nvPicPr>
        <p:blipFill>
          <a:blip r:embed="rId2"/>
          <a:stretch/>
        </p:blipFill>
        <p:spPr>
          <a:xfrm>
            <a:off x="721440" y="6176880"/>
            <a:ext cx="2180520" cy="484920"/>
          </a:xfrm>
          <a:prstGeom prst="rect">
            <a:avLst/>
          </a:prstGeom>
          <a:noFill/>
          <a:ln w="0">
            <a:noFill/>
          </a:ln>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anim calcmode="lin" valueType="num">
                                      <p:cBhvr additive="repl">
                                        <p:cTn id="7" dur="500" fill="hold"/>
                                        <p:tgtEl>
                                          <p:spTgt spid="513"/>
                                        </p:tgtEl>
                                        <p:attrNameLst>
                                          <p:attrName>ppt_w</p:attrName>
                                        </p:attrNameLst>
                                      </p:cBhvr>
                                      <p:tavLst>
                                        <p:tav>
                                          <p:val>
                                            <p:fltVal val="0"/>
                                          </p:val>
                                        </p:tav>
                                        <p:tav tm="100000">
                                          <p:val>
                                            <p:strVal val="#ppt_w"/>
                                          </p:val>
                                        </p:tav>
                                      </p:tavLst>
                                    </p:anim>
                                    <p:anim calcmode="lin" valueType="num">
                                      <p:cBhvr additive="repl">
                                        <p:cTn id="8" dur="500" fill="hold"/>
                                        <p:tgtEl>
                                          <p:spTgt spid="513"/>
                                        </p:tgtEl>
                                        <p:attrNameLst>
                                          <p:attrName>ppt_h</p:attrName>
                                        </p:attrNameLst>
                                      </p:cBhvr>
                                      <p:tavLst>
                                        <p:tav>
                                          <p:val>
                                            <p:fltVal val="0"/>
                                          </p:val>
                                        </p:tav>
                                        <p:tav tm="100000">
                                          <p:val>
                                            <p:strVal val="#ppt_h"/>
                                          </p:val>
                                        </p:tav>
                                      </p:tavLst>
                                    </p:anim>
                                    <p:animEffect transition="in" filter="fade">
                                      <p:cBhvr additive="repl">
                                        <p:cTn id="9" dur="500"/>
                                        <p:tgtEl>
                                          <p:spTgt spid="51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12">
                                            <p:txEl>
                                              <p:pRg st="0" end="0"/>
                                            </p:txEl>
                                          </p:spTgt>
                                        </p:tgtEl>
                                        <p:attrNameLst>
                                          <p:attrName>style.visibility</p:attrName>
                                        </p:attrNameLst>
                                      </p:cBhvr>
                                      <p:to>
                                        <p:strVal val="visible"/>
                                      </p:to>
                                    </p:set>
                                    <p:animEffect transition="in" filter="fade">
                                      <p:cBhvr additive="repl">
                                        <p:cTn id="14" dur="1000"/>
                                        <p:tgtEl>
                                          <p:spTgt spid="512">
                                            <p:txEl>
                                              <p:pRg st="0" end="0"/>
                                            </p:txEl>
                                          </p:spTgt>
                                        </p:tgtEl>
                                      </p:cBhvr>
                                    </p:animEffect>
                                    <p:anim calcmode="lin" valueType="num">
                                      <p:cBhvr additive="repl">
                                        <p:cTn id="15" dur="1000" fill="hold"/>
                                        <p:tgtEl>
                                          <p:spTgt spid="512">
                                            <p:txEl>
                                              <p:pRg st="0" end="0"/>
                                            </p:txEl>
                                          </p:spTgt>
                                        </p:tgtEl>
                                        <p:attrNameLst>
                                          <p:attrName>ppt_x</p:attrName>
                                        </p:attrNameLst>
                                      </p:cBhvr>
                                      <p:tavLst>
                                        <p:tav>
                                          <p:val>
                                            <p:strVal val="#ppt_x"/>
                                          </p:val>
                                        </p:tav>
                                        <p:tav tm="100000">
                                          <p:val>
                                            <p:strVal val="#ppt_x"/>
                                          </p:val>
                                        </p:tav>
                                      </p:tavLst>
                                    </p:anim>
                                    <p:anim calcmode="lin" valueType="num">
                                      <p:cBhvr additive="repl">
                                        <p:cTn id="16" dur="1000" fill="hold"/>
                                        <p:tgtEl>
                                          <p:spTgt spid="512">
                                            <p:txEl>
                                              <p:pRg st="0" end="0"/>
                                            </p:txEl>
                                          </p:spTgt>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12">
                                            <p:txEl>
                                              <p:pRg st="1" end="1"/>
                                            </p:txEl>
                                          </p:spTgt>
                                        </p:tgtEl>
                                        <p:attrNameLst>
                                          <p:attrName>style.visibility</p:attrName>
                                        </p:attrNameLst>
                                      </p:cBhvr>
                                      <p:to>
                                        <p:strVal val="visible"/>
                                      </p:to>
                                    </p:set>
                                    <p:animEffect transition="in" filter="fade">
                                      <p:cBhvr additive="repl">
                                        <p:cTn id="21" dur="1000"/>
                                        <p:tgtEl>
                                          <p:spTgt spid="512">
                                            <p:txEl>
                                              <p:pRg st="1" end="1"/>
                                            </p:txEl>
                                          </p:spTgt>
                                        </p:tgtEl>
                                      </p:cBhvr>
                                    </p:animEffect>
                                    <p:anim calcmode="lin" valueType="num">
                                      <p:cBhvr additive="repl">
                                        <p:cTn id="22" dur="1000" fill="hold"/>
                                        <p:tgtEl>
                                          <p:spTgt spid="512">
                                            <p:txEl>
                                              <p:pRg st="1" end="1"/>
                                            </p:txEl>
                                          </p:spTgt>
                                        </p:tgtEl>
                                        <p:attrNameLst>
                                          <p:attrName>ppt_x</p:attrName>
                                        </p:attrNameLst>
                                      </p:cBhvr>
                                      <p:tavLst>
                                        <p:tav>
                                          <p:val>
                                            <p:strVal val="#ppt_x"/>
                                          </p:val>
                                        </p:tav>
                                        <p:tav tm="100000">
                                          <p:val>
                                            <p:strVal val="#ppt_x"/>
                                          </p:val>
                                        </p:tav>
                                      </p:tavLst>
                                    </p:anim>
                                    <p:anim calcmode="lin" valueType="num">
                                      <p:cBhvr additive="repl">
                                        <p:cTn id="23" dur="1000" fill="hold"/>
                                        <p:tgtEl>
                                          <p:spTgt spid="512">
                                            <p:txEl>
                                              <p:pRg st="1" end="1"/>
                                            </p:txEl>
                                          </p:spTgt>
                                        </p:tgtEl>
                                        <p:attrNameLst>
                                          <p:attrName>ppt_y</p:attrName>
                                        </p:attrNameLst>
                                      </p:cBhvr>
                                      <p:tavLst>
                                        <p:tav>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fill="hold" nodeType="clickEffect">
                                  <p:stCondLst>
                                    <p:cond delay="0"/>
                                  </p:stCondLst>
                                  <p:childTnLst>
                                    <p:set>
                                      <p:cBhvr>
                                        <p:cTn id="27" dur="1" fill="hold">
                                          <p:stCondLst>
                                            <p:cond delay="0"/>
                                          </p:stCondLst>
                                        </p:cTn>
                                        <p:tgtEl>
                                          <p:spTgt spid="512">
                                            <p:txEl>
                                              <p:pRg st="2" end="2"/>
                                            </p:txEl>
                                          </p:spTgt>
                                        </p:tgtEl>
                                        <p:attrNameLst>
                                          <p:attrName>style.visibility</p:attrName>
                                        </p:attrNameLst>
                                      </p:cBhvr>
                                      <p:to>
                                        <p:strVal val="visible"/>
                                      </p:to>
                                    </p:set>
                                    <p:animEffect transition="in" filter="fade">
                                      <p:cBhvr additive="repl">
                                        <p:cTn id="28" dur="1000"/>
                                        <p:tgtEl>
                                          <p:spTgt spid="512">
                                            <p:txEl>
                                              <p:pRg st="2" end="2"/>
                                            </p:txEl>
                                          </p:spTgt>
                                        </p:tgtEl>
                                      </p:cBhvr>
                                    </p:animEffect>
                                    <p:anim calcmode="lin" valueType="num">
                                      <p:cBhvr additive="repl">
                                        <p:cTn id="29" dur="1000" fill="hold"/>
                                        <p:tgtEl>
                                          <p:spTgt spid="512">
                                            <p:txEl>
                                              <p:pRg st="2" end="2"/>
                                            </p:txEl>
                                          </p:spTgt>
                                        </p:tgtEl>
                                        <p:attrNameLst>
                                          <p:attrName>ppt_x</p:attrName>
                                        </p:attrNameLst>
                                      </p:cBhvr>
                                      <p:tavLst>
                                        <p:tav>
                                          <p:val>
                                            <p:strVal val="#ppt_x"/>
                                          </p:val>
                                        </p:tav>
                                        <p:tav tm="100000">
                                          <p:val>
                                            <p:strVal val="#ppt_x"/>
                                          </p:val>
                                        </p:tav>
                                      </p:tavLst>
                                    </p:anim>
                                    <p:anim calcmode="lin" valueType="num">
                                      <p:cBhvr additive="repl">
                                        <p:cTn id="30" dur="1000" fill="hold"/>
                                        <p:tgtEl>
                                          <p:spTgt spid="512">
                                            <p:txEl>
                                              <p:pRg st="2" end="2"/>
                                            </p:txEl>
                                          </p:spTgt>
                                        </p:tgtEl>
                                        <p:attrNameLst>
                                          <p:attrName>ppt_y</p:attrName>
                                        </p:attrNameLst>
                                      </p:cBhvr>
                                      <p:tavLst>
                                        <p:tav>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fill="hold" nodeType="clickEffect">
                                  <p:stCondLst>
                                    <p:cond delay="0"/>
                                  </p:stCondLst>
                                  <p:childTnLst>
                                    <p:set>
                                      <p:cBhvr>
                                        <p:cTn id="34" dur="1" fill="hold">
                                          <p:stCondLst>
                                            <p:cond delay="0"/>
                                          </p:stCondLst>
                                        </p:cTn>
                                        <p:tgtEl>
                                          <p:spTgt spid="512">
                                            <p:txEl>
                                              <p:pRg st="3" end="3"/>
                                            </p:txEl>
                                          </p:spTgt>
                                        </p:tgtEl>
                                        <p:attrNameLst>
                                          <p:attrName>style.visibility</p:attrName>
                                        </p:attrNameLst>
                                      </p:cBhvr>
                                      <p:to>
                                        <p:strVal val="visible"/>
                                      </p:to>
                                    </p:set>
                                    <p:animEffect transition="in" filter="fade">
                                      <p:cBhvr additive="repl">
                                        <p:cTn id="35" dur="1000"/>
                                        <p:tgtEl>
                                          <p:spTgt spid="512">
                                            <p:txEl>
                                              <p:pRg st="3" end="3"/>
                                            </p:txEl>
                                          </p:spTgt>
                                        </p:tgtEl>
                                      </p:cBhvr>
                                    </p:animEffect>
                                    <p:anim calcmode="lin" valueType="num">
                                      <p:cBhvr additive="repl">
                                        <p:cTn id="36" dur="1000" fill="hold"/>
                                        <p:tgtEl>
                                          <p:spTgt spid="512">
                                            <p:txEl>
                                              <p:pRg st="3" end="3"/>
                                            </p:txEl>
                                          </p:spTgt>
                                        </p:tgtEl>
                                        <p:attrNameLst>
                                          <p:attrName>ppt_x</p:attrName>
                                        </p:attrNameLst>
                                      </p:cBhvr>
                                      <p:tavLst>
                                        <p:tav>
                                          <p:val>
                                            <p:strVal val="#ppt_x"/>
                                          </p:val>
                                        </p:tav>
                                        <p:tav tm="100000">
                                          <p:val>
                                            <p:strVal val="#ppt_x"/>
                                          </p:val>
                                        </p:tav>
                                      </p:tavLst>
                                    </p:anim>
                                    <p:anim calcmode="lin" valueType="num">
                                      <p:cBhvr additive="repl">
                                        <p:cTn id="37" dur="1000" fill="hold"/>
                                        <p:tgtEl>
                                          <p:spTgt spid="512">
                                            <p:txEl>
                                              <p:pRg st="3" end="3"/>
                                            </p:txEl>
                                          </p:spTgt>
                                        </p:tgtEl>
                                        <p:attrNameLst>
                                          <p:attrName>ppt_y</p:attrName>
                                        </p:attrNameLst>
                                      </p:cBhvr>
                                      <p:tavLst>
                                        <p:tav>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fill="hold" nodeType="clickEffect">
                                  <p:stCondLst>
                                    <p:cond delay="0"/>
                                  </p:stCondLst>
                                  <p:childTnLst>
                                    <p:set>
                                      <p:cBhvr>
                                        <p:cTn id="41" dur="1" fill="hold">
                                          <p:stCondLst>
                                            <p:cond delay="0"/>
                                          </p:stCondLst>
                                        </p:cTn>
                                        <p:tgtEl>
                                          <p:spTgt spid="512">
                                            <p:txEl>
                                              <p:pRg st="4" end="4"/>
                                            </p:txEl>
                                          </p:spTgt>
                                        </p:tgtEl>
                                        <p:attrNameLst>
                                          <p:attrName>style.visibility</p:attrName>
                                        </p:attrNameLst>
                                      </p:cBhvr>
                                      <p:to>
                                        <p:strVal val="visible"/>
                                      </p:to>
                                    </p:set>
                                    <p:animEffect transition="in" filter="fade">
                                      <p:cBhvr additive="repl">
                                        <p:cTn id="42" dur="1000"/>
                                        <p:tgtEl>
                                          <p:spTgt spid="512">
                                            <p:txEl>
                                              <p:pRg st="4" end="4"/>
                                            </p:txEl>
                                          </p:spTgt>
                                        </p:tgtEl>
                                      </p:cBhvr>
                                    </p:animEffect>
                                    <p:anim calcmode="lin" valueType="num">
                                      <p:cBhvr additive="repl">
                                        <p:cTn id="43" dur="1000" fill="hold"/>
                                        <p:tgtEl>
                                          <p:spTgt spid="512">
                                            <p:txEl>
                                              <p:pRg st="4" end="4"/>
                                            </p:txEl>
                                          </p:spTgt>
                                        </p:tgtEl>
                                        <p:attrNameLst>
                                          <p:attrName>ppt_x</p:attrName>
                                        </p:attrNameLst>
                                      </p:cBhvr>
                                      <p:tavLst>
                                        <p:tav>
                                          <p:val>
                                            <p:strVal val="#ppt_x"/>
                                          </p:val>
                                        </p:tav>
                                        <p:tav tm="100000">
                                          <p:val>
                                            <p:strVal val="#ppt_x"/>
                                          </p:val>
                                        </p:tav>
                                      </p:tavLst>
                                    </p:anim>
                                    <p:anim calcmode="lin" valueType="num">
                                      <p:cBhvr additive="repl">
                                        <p:cTn id="44" dur="1000" fill="hold"/>
                                        <p:tgtEl>
                                          <p:spTgt spid="512">
                                            <p:txEl>
                                              <p:pRg st="4" end="4"/>
                                            </p:txEl>
                                          </p:spTgt>
                                        </p:tgtEl>
                                        <p:attrNameLst>
                                          <p:attrName>ppt_y</p:attrName>
                                        </p:attrNameLst>
                                      </p:cBhvr>
                                      <p:tavLst>
                                        <p:tav>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fill="hold" nodeType="clickEffect">
                                  <p:stCondLst>
                                    <p:cond delay="0"/>
                                  </p:stCondLst>
                                  <p:childTnLst>
                                    <p:set>
                                      <p:cBhvr>
                                        <p:cTn id="48" dur="1" fill="hold">
                                          <p:stCondLst>
                                            <p:cond delay="0"/>
                                          </p:stCondLst>
                                        </p:cTn>
                                        <p:tgtEl>
                                          <p:spTgt spid="512">
                                            <p:txEl>
                                              <p:pRg st="5" end="5"/>
                                            </p:txEl>
                                          </p:spTgt>
                                        </p:tgtEl>
                                        <p:attrNameLst>
                                          <p:attrName>style.visibility</p:attrName>
                                        </p:attrNameLst>
                                      </p:cBhvr>
                                      <p:to>
                                        <p:strVal val="visible"/>
                                      </p:to>
                                    </p:set>
                                    <p:animEffect transition="in" filter="fade">
                                      <p:cBhvr additive="repl">
                                        <p:cTn id="49" dur="1000"/>
                                        <p:tgtEl>
                                          <p:spTgt spid="512">
                                            <p:txEl>
                                              <p:pRg st="5" end="5"/>
                                            </p:txEl>
                                          </p:spTgt>
                                        </p:tgtEl>
                                      </p:cBhvr>
                                    </p:animEffect>
                                    <p:anim calcmode="lin" valueType="num">
                                      <p:cBhvr additive="repl">
                                        <p:cTn id="50" dur="1000" fill="hold"/>
                                        <p:tgtEl>
                                          <p:spTgt spid="512">
                                            <p:txEl>
                                              <p:pRg st="5" end="5"/>
                                            </p:txEl>
                                          </p:spTgt>
                                        </p:tgtEl>
                                        <p:attrNameLst>
                                          <p:attrName>ppt_x</p:attrName>
                                        </p:attrNameLst>
                                      </p:cBhvr>
                                      <p:tavLst>
                                        <p:tav>
                                          <p:val>
                                            <p:strVal val="#ppt_x"/>
                                          </p:val>
                                        </p:tav>
                                        <p:tav tm="100000">
                                          <p:val>
                                            <p:strVal val="#ppt_x"/>
                                          </p:val>
                                        </p:tav>
                                      </p:tavLst>
                                    </p:anim>
                                    <p:anim calcmode="lin" valueType="num">
                                      <p:cBhvr additive="repl">
                                        <p:cTn id="51" dur="1000" fill="hold"/>
                                        <p:tgtEl>
                                          <p:spTgt spid="512">
                                            <p:txEl>
                                              <p:pRg st="5" end="5"/>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lumMod val="95000"/>
          </a:schemeClr>
        </a:solidFill>
        <a:effectLst/>
      </p:bgPr>
    </p:bg>
    <p:spTree>
      <p:nvGrpSpPr>
        <p:cNvPr id="1" name=""/>
        <p:cNvGrpSpPr/>
        <p:nvPr/>
      </p:nvGrpSpPr>
      <p:grpSpPr>
        <a:xfrm>
          <a:off x="0" y="0"/>
          <a:ext cx="0" cy="0"/>
          <a:chOff x="0" y="0"/>
          <a:chExt cx="0" cy="0"/>
        </a:xfrm>
      </p:grpSpPr>
      <p:pic>
        <p:nvPicPr>
          <p:cNvPr id="515" name="Picture 5"/>
          <p:cNvPicPr/>
          <p:nvPr/>
        </p:nvPicPr>
        <p:blipFill>
          <a:blip r:embed="rId3"/>
          <a:stretch/>
        </p:blipFill>
        <p:spPr>
          <a:xfrm>
            <a:off x="467280" y="6410520"/>
            <a:ext cx="3705480" cy="295200"/>
          </a:xfrm>
          <a:prstGeom prst="rect">
            <a:avLst/>
          </a:prstGeom>
          <a:noFill/>
          <a:ln w="0">
            <a:noFill/>
          </a:ln>
        </p:spPr>
      </p:pic>
      <p:pic>
        <p:nvPicPr>
          <p:cNvPr id="516" name="Picture 1"/>
          <p:cNvPicPr/>
          <p:nvPr/>
        </p:nvPicPr>
        <p:blipFill>
          <a:blip r:embed="rId4"/>
          <a:stretch/>
        </p:blipFill>
        <p:spPr>
          <a:xfrm flipH="1">
            <a:off x="51480" y="3820320"/>
            <a:ext cx="1726560" cy="3009240"/>
          </a:xfrm>
          <a:prstGeom prst="rect">
            <a:avLst/>
          </a:prstGeom>
          <a:noFill/>
          <a:ln w="0">
            <a:noFill/>
          </a:ln>
        </p:spPr>
      </p:pic>
      <p:sp>
        <p:nvSpPr>
          <p:cNvPr id="517" name="PlaceHolder 1"/>
          <p:cNvSpPr>
            <a:spLocks noGrp="1"/>
          </p:cNvSpPr>
          <p:nvPr>
            <p:ph/>
          </p:nvPr>
        </p:nvSpPr>
        <p:spPr>
          <a:xfrm>
            <a:off x="1482800" y="2029320"/>
            <a:ext cx="10709200" cy="2799360"/>
          </a:xfrm>
          <a:prstGeom prst="rect">
            <a:avLst/>
          </a:prstGeom>
          <a:noFill/>
          <a:ln w="0">
            <a:noFill/>
          </a:ln>
        </p:spPr>
        <p:txBody>
          <a:bodyPr lIns="91440" tIns="45720" rIns="91440" bIns="45720" anchor="t">
            <a:noAutofit/>
          </a:bodyPr>
          <a:lstStyle/>
          <a:p>
            <a:pPr lvl="0" algn="l"/>
            <a:r>
              <a:rPr lang="en-GB" sz="1400" b="1" dirty="0">
                <a:latin typeface="Times New Roman" panose="02020603050405020304" pitchFamily="18" charset="0"/>
                <a:cs typeface="Times New Roman" panose="02020603050405020304" pitchFamily="18" charset="0"/>
              </a:rPr>
              <a:t>Python</a:t>
            </a:r>
            <a:r>
              <a:rPr lang="en-GB" sz="1400" dirty="0">
                <a:latin typeface="Times New Roman" panose="02020603050405020304" pitchFamily="18" charset="0"/>
                <a:cs typeface="Times New Roman" panose="02020603050405020304" pitchFamily="18" charset="0"/>
              </a:rPr>
              <a:t> – Main programming language for data analysis. </a:t>
            </a:r>
          </a:p>
          <a:p>
            <a:pPr lvl="0" algn="l"/>
            <a:r>
              <a:rPr lang="en-GB" sz="1400" b="1" dirty="0">
                <a:latin typeface="Times New Roman" panose="02020603050405020304" pitchFamily="18" charset="0"/>
                <a:cs typeface="Times New Roman" panose="02020603050405020304" pitchFamily="18" charset="0"/>
              </a:rPr>
              <a:t>Jupyter Notebook</a:t>
            </a:r>
            <a:r>
              <a:rPr lang="en-GB" sz="1400" dirty="0">
                <a:latin typeface="Times New Roman" panose="02020603050405020304" pitchFamily="18" charset="0"/>
                <a:cs typeface="Times New Roman" panose="02020603050405020304" pitchFamily="18" charset="0"/>
              </a:rPr>
              <a:t> – For developing and documenting the complete analysis. </a:t>
            </a:r>
          </a:p>
          <a:p>
            <a:pPr lvl="0" algn="l"/>
            <a:r>
              <a:rPr lang="en-GB" sz="1400" b="1" dirty="0">
                <a:latin typeface="Times New Roman" panose="02020603050405020304" pitchFamily="18" charset="0"/>
                <a:cs typeface="Times New Roman" panose="02020603050405020304" pitchFamily="18" charset="0"/>
              </a:rPr>
              <a:t>Pandas</a:t>
            </a:r>
            <a:r>
              <a:rPr lang="en-GB" sz="1400" dirty="0">
                <a:latin typeface="Times New Roman" panose="02020603050405020304" pitchFamily="18" charset="0"/>
                <a:cs typeface="Times New Roman" panose="02020603050405020304" pitchFamily="18" charset="0"/>
              </a:rPr>
              <a:t> – For data cleaning, preprocessing, and manipulation. </a:t>
            </a:r>
          </a:p>
          <a:p>
            <a:pPr lvl="0" algn="l"/>
            <a:r>
              <a:rPr lang="en-GB" sz="1400" b="1" dirty="0">
                <a:latin typeface="Times New Roman" panose="02020603050405020304" pitchFamily="18" charset="0"/>
                <a:cs typeface="Times New Roman" panose="02020603050405020304" pitchFamily="18" charset="0"/>
              </a:rPr>
              <a:t>NumPy</a:t>
            </a:r>
            <a:r>
              <a:rPr lang="en-GB" sz="1400" dirty="0">
                <a:latin typeface="Times New Roman" panose="02020603050405020304" pitchFamily="18" charset="0"/>
                <a:cs typeface="Times New Roman" panose="02020603050405020304" pitchFamily="18" charset="0"/>
              </a:rPr>
              <a:t> – For numerical and statistical operations. </a:t>
            </a:r>
          </a:p>
          <a:p>
            <a:pPr lvl="0" algn="l"/>
            <a:r>
              <a:rPr lang="en-GB" sz="1400" b="1" dirty="0">
                <a:latin typeface="Times New Roman" panose="02020603050405020304" pitchFamily="18" charset="0"/>
                <a:cs typeface="Times New Roman" panose="02020603050405020304" pitchFamily="18" charset="0"/>
              </a:rPr>
              <a:t>Matplotlib &amp; Seaborn</a:t>
            </a:r>
            <a:r>
              <a:rPr lang="en-GB" sz="1400" dirty="0">
                <a:latin typeface="Times New Roman" panose="02020603050405020304" pitchFamily="18" charset="0"/>
                <a:cs typeface="Times New Roman" panose="02020603050405020304" pitchFamily="18" charset="0"/>
              </a:rPr>
              <a:t> – For creating charts and visualizing seasonal patterns and trends. </a:t>
            </a:r>
          </a:p>
          <a:p>
            <a:pPr lvl="0" algn="l"/>
            <a:r>
              <a:rPr lang="en-GB" sz="1400" b="1" dirty="0">
                <a:latin typeface="Times New Roman" panose="02020603050405020304" pitchFamily="18" charset="0"/>
                <a:cs typeface="Times New Roman" panose="02020603050405020304" pitchFamily="18" charset="0"/>
              </a:rPr>
              <a:t>Scikit-learn</a:t>
            </a:r>
            <a:r>
              <a:rPr lang="en-GB" sz="1400" dirty="0">
                <a:latin typeface="Times New Roman" panose="02020603050405020304" pitchFamily="18" charset="0"/>
                <a:cs typeface="Times New Roman" panose="02020603050405020304" pitchFamily="18" charset="0"/>
              </a:rPr>
              <a:t> – For applicable statistical/data-analysis or machine-learning techniques. </a:t>
            </a:r>
          </a:p>
          <a:p>
            <a:pPr lvl="0" algn="l"/>
            <a:r>
              <a:rPr lang="en-GB" sz="1400" b="1" dirty="0">
                <a:latin typeface="Times New Roman" panose="02020603050405020304" pitchFamily="18" charset="0"/>
                <a:cs typeface="Times New Roman" panose="02020603050405020304" pitchFamily="18" charset="0"/>
              </a:rPr>
              <a:t>SQL</a:t>
            </a:r>
            <a:r>
              <a:rPr lang="en-GB" sz="1400" dirty="0">
                <a:latin typeface="Times New Roman" panose="02020603050405020304" pitchFamily="18" charset="0"/>
                <a:cs typeface="Times New Roman" panose="02020603050405020304" pitchFamily="18" charset="0"/>
              </a:rPr>
              <a:t> – If required, for querying and managing structured agricultural data. </a:t>
            </a:r>
          </a:p>
          <a:p>
            <a:pPr lvl="0" algn="l"/>
            <a:r>
              <a:rPr lang="en-GB" sz="1400" b="1" dirty="0">
                <a:latin typeface="Times New Roman" panose="02020603050405020304" pitchFamily="18" charset="0"/>
                <a:cs typeface="Times New Roman" panose="02020603050405020304" pitchFamily="18" charset="0"/>
              </a:rPr>
              <a:t>Microsoft Excel/CSV</a:t>
            </a:r>
            <a:r>
              <a:rPr lang="en-GB" sz="1400" dirty="0">
                <a:latin typeface="Times New Roman" panose="02020603050405020304" pitchFamily="18" charset="0"/>
                <a:cs typeface="Times New Roman" panose="02020603050405020304" pitchFamily="18" charset="0"/>
              </a:rPr>
              <a:t> – For initial data storage, inspection, and preparation.</a:t>
            </a:r>
          </a:p>
          <a:p>
            <a:pPr indent="0" algn="l" defTabSz="457200">
              <a:lnSpc>
                <a:spcPct val="150000"/>
              </a:lnSpc>
              <a:spcBef>
                <a:spcPts val="1001"/>
              </a:spcBef>
              <a:buNone/>
              <a:tabLst>
                <a:tab pos="0" algn="l"/>
              </a:tabLst>
            </a:pPr>
            <a:endParaRPr lang="en-US" sz="1400" b="0" u="none" strike="noStrike" dirty="0">
              <a:solidFill>
                <a:schemeClr val="dk1">
                  <a:lumMod val="75000"/>
                  <a:lumOff val="25000"/>
                </a:schemeClr>
              </a:solidFill>
              <a:effectLst/>
              <a:uFillTx/>
              <a:latin typeface="Times New Roman" panose="02020603050405020304" pitchFamily="18" charset="0"/>
              <a:cs typeface="Times New Roman" panose="02020603050405020304" pitchFamily="18" charset="0"/>
            </a:endParaRPr>
          </a:p>
        </p:txBody>
      </p:sp>
      <p:sp>
        <p:nvSpPr>
          <p:cNvPr id="518" name="PlaceHolder 2"/>
          <p:cNvSpPr>
            <a:spLocks noGrp="1"/>
          </p:cNvSpPr>
          <p:nvPr>
            <p:ph type="title"/>
          </p:nvPr>
        </p:nvSpPr>
        <p:spPr>
          <a:xfrm>
            <a:off x="660240" y="430560"/>
            <a:ext cx="5305680" cy="847080"/>
          </a:xfrm>
          <a:prstGeom prst="rect">
            <a:avLst/>
          </a:prstGeom>
          <a:noFill/>
          <a:ln w="0">
            <a:noFill/>
          </a:ln>
        </p:spPr>
        <p:txBody>
          <a:bodyPr lIns="91440" tIns="45720" rIns="91440" bIns="45720" anchor="t">
            <a:normAutofit fontScale="92500"/>
          </a:bodyPr>
          <a:lstStyle/>
          <a:p>
            <a:pPr indent="0" algn="l" defTabSz="457200">
              <a:lnSpc>
                <a:spcPct val="100000"/>
              </a:lnSpc>
              <a:buNone/>
              <a:tabLst>
                <a:tab pos="0" algn="l"/>
              </a:tabLst>
            </a:pPr>
            <a:r>
              <a:rPr lang="en-US" sz="4800" b="1" u="none" strike="noStrike">
                <a:solidFill>
                  <a:schemeClr val="dk1"/>
                </a:solidFill>
                <a:effectLst/>
                <a:uFillTx/>
                <a:latin typeface="Trebuchet MS"/>
              </a:rPr>
              <a:t>Technology Used</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8"/>
                                        </p:tgtEl>
                                        <p:attrNameLst>
                                          <p:attrName>style.visibility</p:attrName>
                                        </p:attrNameLst>
                                      </p:cBhvr>
                                      <p:to>
                                        <p:strVal val="visible"/>
                                      </p:to>
                                    </p:set>
                                    <p:anim calcmode="lin" valueType="num">
                                      <p:cBhvr additive="repl">
                                        <p:cTn id="7" dur="500" fill="hold"/>
                                        <p:tgtEl>
                                          <p:spTgt spid="518"/>
                                        </p:tgtEl>
                                        <p:attrNameLst>
                                          <p:attrName>ppt_w</p:attrName>
                                        </p:attrNameLst>
                                      </p:cBhvr>
                                      <p:tavLst>
                                        <p:tav>
                                          <p:val>
                                            <p:fltVal val="0"/>
                                          </p:val>
                                        </p:tav>
                                        <p:tav tm="100000">
                                          <p:val>
                                            <p:strVal val="#ppt_w"/>
                                          </p:val>
                                        </p:tav>
                                      </p:tavLst>
                                    </p:anim>
                                    <p:anim calcmode="lin" valueType="num">
                                      <p:cBhvr additive="repl">
                                        <p:cTn id="8" dur="500" fill="hold"/>
                                        <p:tgtEl>
                                          <p:spTgt spid="518"/>
                                        </p:tgtEl>
                                        <p:attrNameLst>
                                          <p:attrName>ppt_h</p:attrName>
                                        </p:attrNameLst>
                                      </p:cBhvr>
                                      <p:tavLst>
                                        <p:tav>
                                          <p:val>
                                            <p:fltVal val="0"/>
                                          </p:val>
                                        </p:tav>
                                        <p:tav tm="100000">
                                          <p:val>
                                            <p:strVal val="#ppt_h"/>
                                          </p:val>
                                        </p:tav>
                                      </p:tavLst>
                                    </p:anim>
                                    <p:animEffect transition="in" filter="fade">
                                      <p:cBhvr additive="repl">
                                        <p:cTn id="9" dur="500"/>
                                        <p:tgtEl>
                                          <p:spTgt spid="51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17">
                                            <p:txEl>
                                              <p:pRg st="0" end="0"/>
                                            </p:txEl>
                                          </p:spTgt>
                                        </p:tgtEl>
                                        <p:attrNameLst>
                                          <p:attrName>style.visibility</p:attrName>
                                        </p:attrNameLst>
                                      </p:cBhvr>
                                      <p:to>
                                        <p:strVal val="visible"/>
                                      </p:to>
                                    </p:set>
                                    <p:animEffect transition="in" filter="fade">
                                      <p:cBhvr additive="repl">
                                        <p:cTn id="14" dur="1000"/>
                                        <p:tgtEl>
                                          <p:spTgt spid="517">
                                            <p:txEl>
                                              <p:pRg st="0" end="0"/>
                                            </p:txEl>
                                          </p:spTgt>
                                        </p:tgtEl>
                                      </p:cBhvr>
                                    </p:animEffect>
                                    <p:anim calcmode="lin" valueType="num">
                                      <p:cBhvr additive="repl">
                                        <p:cTn id="15" dur="1000" fill="hold"/>
                                        <p:tgtEl>
                                          <p:spTgt spid="517">
                                            <p:txEl>
                                              <p:pRg st="0" end="0"/>
                                            </p:txEl>
                                          </p:spTgt>
                                        </p:tgtEl>
                                        <p:attrNameLst>
                                          <p:attrName>ppt_x</p:attrName>
                                        </p:attrNameLst>
                                      </p:cBhvr>
                                      <p:tavLst>
                                        <p:tav>
                                          <p:val>
                                            <p:strVal val="#ppt_x"/>
                                          </p:val>
                                        </p:tav>
                                        <p:tav tm="100000">
                                          <p:val>
                                            <p:strVal val="#ppt_x"/>
                                          </p:val>
                                        </p:tav>
                                      </p:tavLst>
                                    </p:anim>
                                    <p:anim calcmode="lin" valueType="num">
                                      <p:cBhvr additive="repl">
                                        <p:cTn id="16" dur="1000" fill="hold"/>
                                        <p:tgtEl>
                                          <p:spTgt spid="517">
                                            <p:txEl>
                                              <p:pRg st="0" end="0"/>
                                            </p:txEl>
                                          </p:spTgt>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17">
                                            <p:txEl>
                                              <p:pRg st="1" end="1"/>
                                            </p:txEl>
                                          </p:spTgt>
                                        </p:tgtEl>
                                        <p:attrNameLst>
                                          <p:attrName>style.visibility</p:attrName>
                                        </p:attrNameLst>
                                      </p:cBhvr>
                                      <p:to>
                                        <p:strVal val="visible"/>
                                      </p:to>
                                    </p:set>
                                    <p:animEffect transition="in" filter="fade">
                                      <p:cBhvr additive="repl">
                                        <p:cTn id="21" dur="1000"/>
                                        <p:tgtEl>
                                          <p:spTgt spid="517">
                                            <p:txEl>
                                              <p:pRg st="1" end="1"/>
                                            </p:txEl>
                                          </p:spTgt>
                                        </p:tgtEl>
                                      </p:cBhvr>
                                    </p:animEffect>
                                    <p:anim calcmode="lin" valueType="num">
                                      <p:cBhvr additive="repl">
                                        <p:cTn id="22" dur="1000" fill="hold"/>
                                        <p:tgtEl>
                                          <p:spTgt spid="517">
                                            <p:txEl>
                                              <p:pRg st="1" end="1"/>
                                            </p:txEl>
                                          </p:spTgt>
                                        </p:tgtEl>
                                        <p:attrNameLst>
                                          <p:attrName>ppt_x</p:attrName>
                                        </p:attrNameLst>
                                      </p:cBhvr>
                                      <p:tavLst>
                                        <p:tav>
                                          <p:val>
                                            <p:strVal val="#ppt_x"/>
                                          </p:val>
                                        </p:tav>
                                        <p:tav tm="100000">
                                          <p:val>
                                            <p:strVal val="#ppt_x"/>
                                          </p:val>
                                        </p:tav>
                                      </p:tavLst>
                                    </p:anim>
                                    <p:anim calcmode="lin" valueType="num">
                                      <p:cBhvr additive="repl">
                                        <p:cTn id="23" dur="1000" fill="hold"/>
                                        <p:tgtEl>
                                          <p:spTgt spid="517">
                                            <p:txEl>
                                              <p:pRg st="1" end="1"/>
                                            </p:txEl>
                                          </p:spTgt>
                                        </p:tgtEl>
                                        <p:attrNameLst>
                                          <p:attrName>ppt_y</p:attrName>
                                        </p:attrNameLst>
                                      </p:cBhvr>
                                      <p:tavLst>
                                        <p:tav>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fill="hold" nodeType="clickEffect">
                                  <p:stCondLst>
                                    <p:cond delay="0"/>
                                  </p:stCondLst>
                                  <p:childTnLst>
                                    <p:set>
                                      <p:cBhvr>
                                        <p:cTn id="27" dur="1" fill="hold">
                                          <p:stCondLst>
                                            <p:cond delay="0"/>
                                          </p:stCondLst>
                                        </p:cTn>
                                        <p:tgtEl>
                                          <p:spTgt spid="517">
                                            <p:txEl>
                                              <p:pRg st="2" end="2"/>
                                            </p:txEl>
                                          </p:spTgt>
                                        </p:tgtEl>
                                        <p:attrNameLst>
                                          <p:attrName>style.visibility</p:attrName>
                                        </p:attrNameLst>
                                      </p:cBhvr>
                                      <p:to>
                                        <p:strVal val="visible"/>
                                      </p:to>
                                    </p:set>
                                    <p:animEffect transition="in" filter="fade">
                                      <p:cBhvr additive="repl">
                                        <p:cTn id="28" dur="1000"/>
                                        <p:tgtEl>
                                          <p:spTgt spid="517">
                                            <p:txEl>
                                              <p:pRg st="2" end="2"/>
                                            </p:txEl>
                                          </p:spTgt>
                                        </p:tgtEl>
                                      </p:cBhvr>
                                    </p:animEffect>
                                    <p:anim calcmode="lin" valueType="num">
                                      <p:cBhvr additive="repl">
                                        <p:cTn id="29" dur="1000" fill="hold"/>
                                        <p:tgtEl>
                                          <p:spTgt spid="517">
                                            <p:txEl>
                                              <p:pRg st="2" end="2"/>
                                            </p:txEl>
                                          </p:spTgt>
                                        </p:tgtEl>
                                        <p:attrNameLst>
                                          <p:attrName>ppt_x</p:attrName>
                                        </p:attrNameLst>
                                      </p:cBhvr>
                                      <p:tavLst>
                                        <p:tav>
                                          <p:val>
                                            <p:strVal val="#ppt_x"/>
                                          </p:val>
                                        </p:tav>
                                        <p:tav tm="100000">
                                          <p:val>
                                            <p:strVal val="#ppt_x"/>
                                          </p:val>
                                        </p:tav>
                                      </p:tavLst>
                                    </p:anim>
                                    <p:anim calcmode="lin" valueType="num">
                                      <p:cBhvr additive="repl">
                                        <p:cTn id="30" dur="1000" fill="hold"/>
                                        <p:tgtEl>
                                          <p:spTgt spid="517">
                                            <p:txEl>
                                              <p:pRg st="2" end="2"/>
                                            </p:txEl>
                                          </p:spTgt>
                                        </p:tgtEl>
                                        <p:attrNameLst>
                                          <p:attrName>ppt_y</p:attrName>
                                        </p:attrNameLst>
                                      </p:cBhvr>
                                      <p:tavLst>
                                        <p:tav>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fill="hold" nodeType="clickEffect">
                                  <p:stCondLst>
                                    <p:cond delay="0"/>
                                  </p:stCondLst>
                                  <p:childTnLst>
                                    <p:set>
                                      <p:cBhvr>
                                        <p:cTn id="34" dur="1" fill="hold">
                                          <p:stCondLst>
                                            <p:cond delay="0"/>
                                          </p:stCondLst>
                                        </p:cTn>
                                        <p:tgtEl>
                                          <p:spTgt spid="517">
                                            <p:txEl>
                                              <p:pRg st="3" end="3"/>
                                            </p:txEl>
                                          </p:spTgt>
                                        </p:tgtEl>
                                        <p:attrNameLst>
                                          <p:attrName>style.visibility</p:attrName>
                                        </p:attrNameLst>
                                      </p:cBhvr>
                                      <p:to>
                                        <p:strVal val="visible"/>
                                      </p:to>
                                    </p:set>
                                    <p:animEffect transition="in" filter="fade">
                                      <p:cBhvr additive="repl">
                                        <p:cTn id="35" dur="1000"/>
                                        <p:tgtEl>
                                          <p:spTgt spid="517">
                                            <p:txEl>
                                              <p:pRg st="3" end="3"/>
                                            </p:txEl>
                                          </p:spTgt>
                                        </p:tgtEl>
                                      </p:cBhvr>
                                    </p:animEffect>
                                    <p:anim calcmode="lin" valueType="num">
                                      <p:cBhvr additive="repl">
                                        <p:cTn id="36" dur="1000" fill="hold"/>
                                        <p:tgtEl>
                                          <p:spTgt spid="517">
                                            <p:txEl>
                                              <p:pRg st="3" end="3"/>
                                            </p:txEl>
                                          </p:spTgt>
                                        </p:tgtEl>
                                        <p:attrNameLst>
                                          <p:attrName>ppt_x</p:attrName>
                                        </p:attrNameLst>
                                      </p:cBhvr>
                                      <p:tavLst>
                                        <p:tav>
                                          <p:val>
                                            <p:strVal val="#ppt_x"/>
                                          </p:val>
                                        </p:tav>
                                        <p:tav tm="100000">
                                          <p:val>
                                            <p:strVal val="#ppt_x"/>
                                          </p:val>
                                        </p:tav>
                                      </p:tavLst>
                                    </p:anim>
                                    <p:anim calcmode="lin" valueType="num">
                                      <p:cBhvr additive="repl">
                                        <p:cTn id="37" dur="1000" fill="hold"/>
                                        <p:tgtEl>
                                          <p:spTgt spid="517">
                                            <p:txEl>
                                              <p:pRg st="3" end="3"/>
                                            </p:txEl>
                                          </p:spTgt>
                                        </p:tgtEl>
                                        <p:attrNameLst>
                                          <p:attrName>ppt_y</p:attrName>
                                        </p:attrNameLst>
                                      </p:cBhvr>
                                      <p:tavLst>
                                        <p:tav>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fill="hold" nodeType="clickEffect">
                                  <p:stCondLst>
                                    <p:cond delay="0"/>
                                  </p:stCondLst>
                                  <p:childTnLst>
                                    <p:set>
                                      <p:cBhvr>
                                        <p:cTn id="41" dur="1" fill="hold">
                                          <p:stCondLst>
                                            <p:cond delay="0"/>
                                          </p:stCondLst>
                                        </p:cTn>
                                        <p:tgtEl>
                                          <p:spTgt spid="517">
                                            <p:txEl>
                                              <p:pRg st="4" end="4"/>
                                            </p:txEl>
                                          </p:spTgt>
                                        </p:tgtEl>
                                        <p:attrNameLst>
                                          <p:attrName>style.visibility</p:attrName>
                                        </p:attrNameLst>
                                      </p:cBhvr>
                                      <p:to>
                                        <p:strVal val="visible"/>
                                      </p:to>
                                    </p:set>
                                    <p:animEffect transition="in" filter="fade">
                                      <p:cBhvr additive="repl">
                                        <p:cTn id="42" dur="1000"/>
                                        <p:tgtEl>
                                          <p:spTgt spid="517">
                                            <p:txEl>
                                              <p:pRg st="4" end="4"/>
                                            </p:txEl>
                                          </p:spTgt>
                                        </p:tgtEl>
                                      </p:cBhvr>
                                    </p:animEffect>
                                    <p:anim calcmode="lin" valueType="num">
                                      <p:cBhvr additive="repl">
                                        <p:cTn id="43" dur="1000" fill="hold"/>
                                        <p:tgtEl>
                                          <p:spTgt spid="517">
                                            <p:txEl>
                                              <p:pRg st="4" end="4"/>
                                            </p:txEl>
                                          </p:spTgt>
                                        </p:tgtEl>
                                        <p:attrNameLst>
                                          <p:attrName>ppt_x</p:attrName>
                                        </p:attrNameLst>
                                      </p:cBhvr>
                                      <p:tavLst>
                                        <p:tav>
                                          <p:val>
                                            <p:strVal val="#ppt_x"/>
                                          </p:val>
                                        </p:tav>
                                        <p:tav tm="100000">
                                          <p:val>
                                            <p:strVal val="#ppt_x"/>
                                          </p:val>
                                        </p:tav>
                                      </p:tavLst>
                                    </p:anim>
                                    <p:anim calcmode="lin" valueType="num">
                                      <p:cBhvr additive="repl">
                                        <p:cTn id="44" dur="1000" fill="hold"/>
                                        <p:tgtEl>
                                          <p:spTgt spid="517">
                                            <p:txEl>
                                              <p:pRg st="4" end="4"/>
                                            </p:txEl>
                                          </p:spTgt>
                                        </p:tgtEl>
                                        <p:attrNameLst>
                                          <p:attrName>ppt_y</p:attrName>
                                        </p:attrNameLst>
                                      </p:cBhvr>
                                      <p:tavLst>
                                        <p:tav>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fill="hold" nodeType="clickEffect">
                                  <p:stCondLst>
                                    <p:cond delay="0"/>
                                  </p:stCondLst>
                                  <p:childTnLst>
                                    <p:set>
                                      <p:cBhvr>
                                        <p:cTn id="48" dur="1" fill="hold">
                                          <p:stCondLst>
                                            <p:cond delay="0"/>
                                          </p:stCondLst>
                                        </p:cTn>
                                        <p:tgtEl>
                                          <p:spTgt spid="517">
                                            <p:txEl>
                                              <p:pRg st="5" end="5"/>
                                            </p:txEl>
                                          </p:spTgt>
                                        </p:tgtEl>
                                        <p:attrNameLst>
                                          <p:attrName>style.visibility</p:attrName>
                                        </p:attrNameLst>
                                      </p:cBhvr>
                                      <p:to>
                                        <p:strVal val="visible"/>
                                      </p:to>
                                    </p:set>
                                    <p:animEffect transition="in" filter="fade">
                                      <p:cBhvr additive="repl">
                                        <p:cTn id="49" dur="1000"/>
                                        <p:tgtEl>
                                          <p:spTgt spid="517">
                                            <p:txEl>
                                              <p:pRg st="5" end="5"/>
                                            </p:txEl>
                                          </p:spTgt>
                                        </p:tgtEl>
                                      </p:cBhvr>
                                    </p:animEffect>
                                    <p:anim calcmode="lin" valueType="num">
                                      <p:cBhvr additive="repl">
                                        <p:cTn id="50" dur="1000" fill="hold"/>
                                        <p:tgtEl>
                                          <p:spTgt spid="517">
                                            <p:txEl>
                                              <p:pRg st="5" end="5"/>
                                            </p:txEl>
                                          </p:spTgt>
                                        </p:tgtEl>
                                        <p:attrNameLst>
                                          <p:attrName>ppt_x</p:attrName>
                                        </p:attrNameLst>
                                      </p:cBhvr>
                                      <p:tavLst>
                                        <p:tav>
                                          <p:val>
                                            <p:strVal val="#ppt_x"/>
                                          </p:val>
                                        </p:tav>
                                        <p:tav tm="100000">
                                          <p:val>
                                            <p:strVal val="#ppt_x"/>
                                          </p:val>
                                        </p:tav>
                                      </p:tavLst>
                                    </p:anim>
                                    <p:anim calcmode="lin" valueType="num">
                                      <p:cBhvr additive="repl">
                                        <p:cTn id="51" dur="1000" fill="hold"/>
                                        <p:tgtEl>
                                          <p:spTgt spid="517">
                                            <p:txEl>
                                              <p:pRg st="5" end="5"/>
                                            </p:txEl>
                                          </p:spTgt>
                                        </p:tgtEl>
                                        <p:attrNameLst>
                                          <p:attrName>ppt_y</p:attrName>
                                        </p:attrNameLst>
                                      </p:cBhvr>
                                      <p:tavLst>
                                        <p:tav>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fill="hold" nodeType="clickEffect">
                                  <p:stCondLst>
                                    <p:cond delay="0"/>
                                  </p:stCondLst>
                                  <p:childTnLst>
                                    <p:set>
                                      <p:cBhvr>
                                        <p:cTn id="55" dur="1" fill="hold">
                                          <p:stCondLst>
                                            <p:cond delay="0"/>
                                          </p:stCondLst>
                                        </p:cTn>
                                        <p:tgtEl>
                                          <p:spTgt spid="517">
                                            <p:txEl>
                                              <p:pRg st="6" end="6"/>
                                            </p:txEl>
                                          </p:spTgt>
                                        </p:tgtEl>
                                        <p:attrNameLst>
                                          <p:attrName>style.visibility</p:attrName>
                                        </p:attrNameLst>
                                      </p:cBhvr>
                                      <p:to>
                                        <p:strVal val="visible"/>
                                      </p:to>
                                    </p:set>
                                    <p:animEffect transition="in" filter="fade">
                                      <p:cBhvr additive="repl">
                                        <p:cTn id="56" dur="1000"/>
                                        <p:tgtEl>
                                          <p:spTgt spid="517">
                                            <p:txEl>
                                              <p:pRg st="6" end="6"/>
                                            </p:txEl>
                                          </p:spTgt>
                                        </p:tgtEl>
                                      </p:cBhvr>
                                    </p:animEffect>
                                    <p:anim calcmode="lin" valueType="num">
                                      <p:cBhvr additive="repl">
                                        <p:cTn id="57" dur="1000" fill="hold"/>
                                        <p:tgtEl>
                                          <p:spTgt spid="517">
                                            <p:txEl>
                                              <p:pRg st="6" end="6"/>
                                            </p:txEl>
                                          </p:spTgt>
                                        </p:tgtEl>
                                        <p:attrNameLst>
                                          <p:attrName>ppt_x</p:attrName>
                                        </p:attrNameLst>
                                      </p:cBhvr>
                                      <p:tavLst>
                                        <p:tav>
                                          <p:val>
                                            <p:strVal val="#ppt_x"/>
                                          </p:val>
                                        </p:tav>
                                        <p:tav tm="100000">
                                          <p:val>
                                            <p:strVal val="#ppt_x"/>
                                          </p:val>
                                        </p:tav>
                                      </p:tavLst>
                                    </p:anim>
                                    <p:anim calcmode="lin" valueType="num">
                                      <p:cBhvr additive="repl">
                                        <p:cTn id="58" dur="1000" fill="hold"/>
                                        <p:tgtEl>
                                          <p:spTgt spid="517">
                                            <p:txEl>
                                              <p:pRg st="6" end="6"/>
                                            </p:txEl>
                                          </p:spTgt>
                                        </p:tgtEl>
                                        <p:attrNameLst>
                                          <p:attrName>ppt_y</p:attrName>
                                        </p:attrNameLst>
                                      </p:cBhvr>
                                      <p:tavLst>
                                        <p:tav>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fill="hold" nodeType="clickEffect">
                                  <p:stCondLst>
                                    <p:cond delay="0"/>
                                  </p:stCondLst>
                                  <p:childTnLst>
                                    <p:set>
                                      <p:cBhvr>
                                        <p:cTn id="62" dur="1" fill="hold">
                                          <p:stCondLst>
                                            <p:cond delay="0"/>
                                          </p:stCondLst>
                                        </p:cTn>
                                        <p:tgtEl>
                                          <p:spTgt spid="517">
                                            <p:txEl>
                                              <p:pRg st="7" end="7"/>
                                            </p:txEl>
                                          </p:spTgt>
                                        </p:tgtEl>
                                        <p:attrNameLst>
                                          <p:attrName>style.visibility</p:attrName>
                                        </p:attrNameLst>
                                      </p:cBhvr>
                                      <p:to>
                                        <p:strVal val="visible"/>
                                      </p:to>
                                    </p:set>
                                    <p:animEffect transition="in" filter="fade">
                                      <p:cBhvr additive="repl">
                                        <p:cTn id="63" dur="1000"/>
                                        <p:tgtEl>
                                          <p:spTgt spid="517">
                                            <p:txEl>
                                              <p:pRg st="7" end="7"/>
                                            </p:txEl>
                                          </p:spTgt>
                                        </p:tgtEl>
                                      </p:cBhvr>
                                    </p:animEffect>
                                    <p:anim calcmode="lin" valueType="num">
                                      <p:cBhvr additive="repl">
                                        <p:cTn id="64" dur="1000" fill="hold"/>
                                        <p:tgtEl>
                                          <p:spTgt spid="517">
                                            <p:txEl>
                                              <p:pRg st="7" end="7"/>
                                            </p:txEl>
                                          </p:spTgt>
                                        </p:tgtEl>
                                        <p:attrNameLst>
                                          <p:attrName>ppt_x</p:attrName>
                                        </p:attrNameLst>
                                      </p:cBhvr>
                                      <p:tavLst>
                                        <p:tav>
                                          <p:val>
                                            <p:strVal val="#ppt_x"/>
                                          </p:val>
                                        </p:tav>
                                        <p:tav tm="100000">
                                          <p:val>
                                            <p:strVal val="#ppt_x"/>
                                          </p:val>
                                        </p:tav>
                                      </p:tavLst>
                                    </p:anim>
                                    <p:anim calcmode="lin" valueType="num">
                                      <p:cBhvr additive="repl">
                                        <p:cTn id="65" dur="1000" fill="hold"/>
                                        <p:tgtEl>
                                          <p:spTgt spid="517">
                                            <p:txEl>
                                              <p:pRg st="7" end="7"/>
                                            </p:txEl>
                                          </p:spTgt>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9" name="Picture 4"/>
          <p:cNvPicPr/>
          <p:nvPr/>
        </p:nvPicPr>
        <p:blipFill>
          <a:blip r:embed="rId2"/>
          <a:srcRect t="96153"/>
          <a:stretch/>
        </p:blipFill>
        <p:spPr>
          <a:xfrm>
            <a:off x="676080" y="6472080"/>
            <a:ext cx="2142360" cy="192240"/>
          </a:xfrm>
          <a:prstGeom prst="rect">
            <a:avLst/>
          </a:prstGeom>
          <a:noFill/>
          <a:ln w="0">
            <a:noFill/>
          </a:ln>
        </p:spPr>
      </p:pic>
      <p:sp>
        <p:nvSpPr>
          <p:cNvPr id="520" name="PlaceHolder 1"/>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21"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7" name="Picture 6">
            <a:extLst>
              <a:ext uri="{FF2B5EF4-FFF2-40B4-BE49-F238E27FC236}">
                <a16:creationId xmlns:a16="http://schemas.microsoft.com/office/drawing/2014/main" id="{D9EC8681-642F-54D3-3863-223D4348C2B0}"/>
              </a:ext>
            </a:extLst>
          </p:cNvPr>
          <p:cNvPicPr>
            <a:picLocks noChangeAspect="1"/>
          </p:cNvPicPr>
          <p:nvPr/>
        </p:nvPicPr>
        <p:blipFill>
          <a:blip r:embed="rId3"/>
          <a:stretch>
            <a:fillRect/>
          </a:stretch>
        </p:blipFill>
        <p:spPr>
          <a:xfrm>
            <a:off x="474132" y="1385287"/>
            <a:ext cx="7108825" cy="4161945"/>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20"/>
                                        </p:tgtEl>
                                        <p:attrNameLst>
                                          <p:attrName>style.visibility</p:attrName>
                                        </p:attrNameLst>
                                      </p:cBhvr>
                                      <p:to>
                                        <p:strVal val="visible"/>
                                      </p:to>
                                    </p:set>
                                    <p:anim calcmode="lin" valueType="num">
                                      <p:cBhvr additive="repl">
                                        <p:cTn id="7" dur="500" fill="hold"/>
                                        <p:tgtEl>
                                          <p:spTgt spid="520"/>
                                        </p:tgtEl>
                                        <p:attrNameLst>
                                          <p:attrName>ppt_w</p:attrName>
                                        </p:attrNameLst>
                                      </p:cBhvr>
                                      <p:tavLst>
                                        <p:tav>
                                          <p:val>
                                            <p:fltVal val="0"/>
                                          </p:val>
                                        </p:tav>
                                        <p:tav tm="100000">
                                          <p:val>
                                            <p:strVal val="#ppt_w"/>
                                          </p:val>
                                        </p:tav>
                                      </p:tavLst>
                                    </p:anim>
                                    <p:anim calcmode="lin" valueType="num">
                                      <p:cBhvr additive="repl">
                                        <p:cTn id="8" dur="500" fill="hold"/>
                                        <p:tgtEl>
                                          <p:spTgt spid="520"/>
                                        </p:tgtEl>
                                        <p:attrNameLst>
                                          <p:attrName>ppt_h</p:attrName>
                                        </p:attrNameLst>
                                      </p:cBhvr>
                                      <p:tavLst>
                                        <p:tav>
                                          <p:val>
                                            <p:fltVal val="0"/>
                                          </p:val>
                                        </p:tav>
                                        <p:tav tm="100000">
                                          <p:val>
                                            <p:strVal val="#ppt_h"/>
                                          </p:val>
                                        </p:tav>
                                      </p:tavLst>
                                    </p:anim>
                                    <p:animEffect transition="in" filter="fade">
                                      <p:cBhvr additive="repl">
                                        <p:cTn id="9" dur="500"/>
                                        <p:tgtEl>
                                          <p:spTgt spid="52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21"/>
                                        </p:tgtEl>
                                        <p:attrNameLst>
                                          <p:attrName>style.visibility</p:attrName>
                                        </p:attrNameLst>
                                      </p:cBhvr>
                                      <p:to>
                                        <p:strVal val="visible"/>
                                      </p:to>
                                    </p:set>
                                    <p:animEffect transition="in" filter="fade">
                                      <p:cBhvr additive="repl">
                                        <p:cTn id="14" dur="1000"/>
                                        <p:tgtEl>
                                          <p:spTgt spid="521"/>
                                        </p:tgtEl>
                                      </p:cBhvr>
                                    </p:animEffect>
                                    <p:anim calcmode="lin" valueType="num">
                                      <p:cBhvr additive="repl">
                                        <p:cTn id="15" dur="1000" fill="hold"/>
                                        <p:tgtEl>
                                          <p:spTgt spid="521"/>
                                        </p:tgtEl>
                                        <p:attrNameLst>
                                          <p:attrName>ppt_x</p:attrName>
                                        </p:attrNameLst>
                                      </p:cBhvr>
                                      <p:tavLst>
                                        <p:tav>
                                          <p:val>
                                            <p:strVal val="#ppt_x"/>
                                          </p:val>
                                        </p:tav>
                                        <p:tav tm="100000">
                                          <p:val>
                                            <p:strVal val="#ppt_x"/>
                                          </p:val>
                                        </p:tav>
                                      </p:tavLst>
                                    </p:anim>
                                    <p:anim calcmode="lin" valueType="num">
                                      <p:cBhvr additive="repl">
                                        <p:cTn id="16" dur="1000" fill="hold"/>
                                        <p:tgtEl>
                                          <p:spTgt spid="521"/>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4" name="Picture 4"/>
          <p:cNvPicPr/>
          <p:nvPr/>
        </p:nvPicPr>
        <p:blipFill>
          <a:blip r:embed="rId2"/>
          <a:srcRect t="96153"/>
          <a:stretch/>
        </p:blipFill>
        <p:spPr>
          <a:xfrm>
            <a:off x="676080" y="6472080"/>
            <a:ext cx="2142360" cy="192240"/>
          </a:xfrm>
          <a:prstGeom prst="rect">
            <a:avLst/>
          </a:prstGeom>
          <a:noFill/>
          <a:ln w="0">
            <a:noFill/>
          </a:ln>
        </p:spPr>
      </p:pic>
      <p:sp>
        <p:nvSpPr>
          <p:cNvPr id="525" name="PlaceHolder 1"/>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26"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27"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3" name="Picture 2">
            <a:extLst>
              <a:ext uri="{FF2B5EF4-FFF2-40B4-BE49-F238E27FC236}">
                <a16:creationId xmlns:a16="http://schemas.microsoft.com/office/drawing/2014/main" id="{D9DC052D-4373-678B-8A02-0D188C013755}"/>
              </a:ext>
            </a:extLst>
          </p:cNvPr>
          <p:cNvPicPr>
            <a:picLocks noChangeAspect="1"/>
          </p:cNvPicPr>
          <p:nvPr/>
        </p:nvPicPr>
        <p:blipFill>
          <a:blip r:embed="rId3"/>
          <a:stretch>
            <a:fillRect/>
          </a:stretch>
        </p:blipFill>
        <p:spPr>
          <a:xfrm>
            <a:off x="321120" y="1532607"/>
            <a:ext cx="7019396" cy="4049913"/>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25"/>
                                        </p:tgtEl>
                                        <p:attrNameLst>
                                          <p:attrName>style.visibility</p:attrName>
                                        </p:attrNameLst>
                                      </p:cBhvr>
                                      <p:to>
                                        <p:strVal val="visible"/>
                                      </p:to>
                                    </p:set>
                                    <p:anim calcmode="lin" valueType="num">
                                      <p:cBhvr additive="repl">
                                        <p:cTn id="7" dur="500" fill="hold"/>
                                        <p:tgtEl>
                                          <p:spTgt spid="525"/>
                                        </p:tgtEl>
                                        <p:attrNameLst>
                                          <p:attrName>ppt_w</p:attrName>
                                        </p:attrNameLst>
                                      </p:cBhvr>
                                      <p:tavLst>
                                        <p:tav>
                                          <p:val>
                                            <p:fltVal val="0"/>
                                          </p:val>
                                        </p:tav>
                                        <p:tav tm="100000">
                                          <p:val>
                                            <p:strVal val="#ppt_w"/>
                                          </p:val>
                                        </p:tav>
                                      </p:tavLst>
                                    </p:anim>
                                    <p:anim calcmode="lin" valueType="num">
                                      <p:cBhvr additive="repl">
                                        <p:cTn id="8" dur="500" fill="hold"/>
                                        <p:tgtEl>
                                          <p:spTgt spid="525"/>
                                        </p:tgtEl>
                                        <p:attrNameLst>
                                          <p:attrName>ppt_h</p:attrName>
                                        </p:attrNameLst>
                                      </p:cBhvr>
                                      <p:tavLst>
                                        <p:tav>
                                          <p:val>
                                            <p:fltVal val="0"/>
                                          </p:val>
                                        </p:tav>
                                        <p:tav tm="100000">
                                          <p:val>
                                            <p:strVal val="#ppt_h"/>
                                          </p:val>
                                        </p:tav>
                                      </p:tavLst>
                                    </p:anim>
                                    <p:animEffect transition="in" filter="fade">
                                      <p:cBhvr additive="repl">
                                        <p:cTn id="9" dur="500"/>
                                        <p:tgtEl>
                                          <p:spTgt spid="52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26"/>
                                        </p:tgtEl>
                                        <p:attrNameLst>
                                          <p:attrName>style.visibility</p:attrName>
                                        </p:attrNameLst>
                                      </p:cBhvr>
                                      <p:to>
                                        <p:strVal val="visible"/>
                                      </p:to>
                                    </p:set>
                                    <p:animEffect transition="in" filter="fade">
                                      <p:cBhvr additive="repl">
                                        <p:cTn id="14" dur="1000"/>
                                        <p:tgtEl>
                                          <p:spTgt spid="526"/>
                                        </p:tgtEl>
                                      </p:cBhvr>
                                    </p:animEffect>
                                    <p:anim calcmode="lin" valueType="num">
                                      <p:cBhvr additive="repl">
                                        <p:cTn id="15" dur="1000" fill="hold"/>
                                        <p:tgtEl>
                                          <p:spTgt spid="526"/>
                                        </p:tgtEl>
                                        <p:attrNameLst>
                                          <p:attrName>ppt_x</p:attrName>
                                        </p:attrNameLst>
                                      </p:cBhvr>
                                      <p:tavLst>
                                        <p:tav>
                                          <p:val>
                                            <p:strVal val="#ppt_x"/>
                                          </p:val>
                                        </p:tav>
                                        <p:tav tm="100000">
                                          <p:val>
                                            <p:strVal val="#ppt_x"/>
                                          </p:val>
                                        </p:tav>
                                      </p:tavLst>
                                    </p:anim>
                                    <p:anim calcmode="lin" valueType="num">
                                      <p:cBhvr additive="repl">
                                        <p:cTn id="16" dur="1000" fill="hold"/>
                                        <p:tgtEl>
                                          <p:spTgt spid="526"/>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27"/>
                                        </p:tgtEl>
                                        <p:attrNameLst>
                                          <p:attrName>style.visibility</p:attrName>
                                        </p:attrNameLst>
                                      </p:cBhvr>
                                      <p:to>
                                        <p:strVal val="visible"/>
                                      </p:to>
                                    </p:set>
                                    <p:animEffect transition="in" filter="fade">
                                      <p:cBhvr additive="repl">
                                        <p:cTn id="21" dur="1000"/>
                                        <p:tgtEl>
                                          <p:spTgt spid="527"/>
                                        </p:tgtEl>
                                      </p:cBhvr>
                                    </p:animEffect>
                                    <p:anim calcmode="lin" valueType="num">
                                      <p:cBhvr additive="repl">
                                        <p:cTn id="22" dur="1000" fill="hold"/>
                                        <p:tgtEl>
                                          <p:spTgt spid="527"/>
                                        </p:tgtEl>
                                        <p:attrNameLst>
                                          <p:attrName>ppt_x</p:attrName>
                                        </p:attrNameLst>
                                      </p:cBhvr>
                                      <p:tavLst>
                                        <p:tav>
                                          <p:val>
                                            <p:strVal val="#ppt_x"/>
                                          </p:val>
                                        </p:tav>
                                        <p:tav tm="100000">
                                          <p:val>
                                            <p:strVal val="#ppt_x"/>
                                          </p:val>
                                        </p:tav>
                                      </p:tavLst>
                                    </p:anim>
                                    <p:anim calcmode="lin" valueType="num">
                                      <p:cBhvr additive="repl">
                                        <p:cTn id="23" dur="1000" fill="hold"/>
                                        <p:tgtEl>
                                          <p:spTgt spid="527"/>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9" name="Picture 4"/>
          <p:cNvPicPr/>
          <p:nvPr/>
        </p:nvPicPr>
        <p:blipFill>
          <a:blip r:embed="rId2"/>
          <a:srcRect t="96153"/>
          <a:stretch/>
        </p:blipFill>
        <p:spPr>
          <a:xfrm>
            <a:off x="676080" y="6472080"/>
            <a:ext cx="2142360" cy="192240"/>
          </a:xfrm>
          <a:prstGeom prst="rect">
            <a:avLst/>
          </a:prstGeom>
          <a:noFill/>
          <a:ln w="0">
            <a:noFill/>
          </a:ln>
        </p:spPr>
      </p:pic>
      <p:sp>
        <p:nvSpPr>
          <p:cNvPr id="530" name="PlaceHolder 1"/>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31"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32"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5" name="Picture 4">
            <a:extLst>
              <a:ext uri="{FF2B5EF4-FFF2-40B4-BE49-F238E27FC236}">
                <a16:creationId xmlns:a16="http://schemas.microsoft.com/office/drawing/2014/main" id="{38B5254A-51E1-8F85-39E0-EEC267B708BA}"/>
              </a:ext>
            </a:extLst>
          </p:cNvPr>
          <p:cNvPicPr>
            <a:picLocks noChangeAspect="1"/>
          </p:cNvPicPr>
          <p:nvPr/>
        </p:nvPicPr>
        <p:blipFill>
          <a:blip r:embed="rId3"/>
          <a:stretch>
            <a:fillRect/>
          </a:stretch>
        </p:blipFill>
        <p:spPr>
          <a:xfrm>
            <a:off x="482600" y="1275480"/>
            <a:ext cx="5700712" cy="4722483"/>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30"/>
                                        </p:tgtEl>
                                        <p:attrNameLst>
                                          <p:attrName>style.visibility</p:attrName>
                                        </p:attrNameLst>
                                      </p:cBhvr>
                                      <p:to>
                                        <p:strVal val="visible"/>
                                      </p:to>
                                    </p:set>
                                    <p:anim calcmode="lin" valueType="num">
                                      <p:cBhvr additive="repl">
                                        <p:cTn id="7" dur="500" fill="hold"/>
                                        <p:tgtEl>
                                          <p:spTgt spid="530"/>
                                        </p:tgtEl>
                                        <p:attrNameLst>
                                          <p:attrName>ppt_w</p:attrName>
                                        </p:attrNameLst>
                                      </p:cBhvr>
                                      <p:tavLst>
                                        <p:tav>
                                          <p:val>
                                            <p:fltVal val="0"/>
                                          </p:val>
                                        </p:tav>
                                        <p:tav tm="100000">
                                          <p:val>
                                            <p:strVal val="#ppt_w"/>
                                          </p:val>
                                        </p:tav>
                                      </p:tavLst>
                                    </p:anim>
                                    <p:anim calcmode="lin" valueType="num">
                                      <p:cBhvr additive="repl">
                                        <p:cTn id="8" dur="500" fill="hold"/>
                                        <p:tgtEl>
                                          <p:spTgt spid="530"/>
                                        </p:tgtEl>
                                        <p:attrNameLst>
                                          <p:attrName>ppt_h</p:attrName>
                                        </p:attrNameLst>
                                      </p:cBhvr>
                                      <p:tavLst>
                                        <p:tav>
                                          <p:val>
                                            <p:fltVal val="0"/>
                                          </p:val>
                                        </p:tav>
                                        <p:tav tm="100000">
                                          <p:val>
                                            <p:strVal val="#ppt_h"/>
                                          </p:val>
                                        </p:tav>
                                      </p:tavLst>
                                    </p:anim>
                                    <p:animEffect transition="in" filter="fade">
                                      <p:cBhvr additive="repl">
                                        <p:cTn id="9" dur="500"/>
                                        <p:tgtEl>
                                          <p:spTgt spid="53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31"/>
                                        </p:tgtEl>
                                        <p:attrNameLst>
                                          <p:attrName>style.visibility</p:attrName>
                                        </p:attrNameLst>
                                      </p:cBhvr>
                                      <p:to>
                                        <p:strVal val="visible"/>
                                      </p:to>
                                    </p:set>
                                    <p:animEffect transition="in" filter="fade">
                                      <p:cBhvr additive="repl">
                                        <p:cTn id="14" dur="1000"/>
                                        <p:tgtEl>
                                          <p:spTgt spid="531"/>
                                        </p:tgtEl>
                                      </p:cBhvr>
                                    </p:animEffect>
                                    <p:anim calcmode="lin" valueType="num">
                                      <p:cBhvr additive="repl">
                                        <p:cTn id="15" dur="1000" fill="hold"/>
                                        <p:tgtEl>
                                          <p:spTgt spid="531"/>
                                        </p:tgtEl>
                                        <p:attrNameLst>
                                          <p:attrName>ppt_x</p:attrName>
                                        </p:attrNameLst>
                                      </p:cBhvr>
                                      <p:tavLst>
                                        <p:tav>
                                          <p:val>
                                            <p:strVal val="#ppt_x"/>
                                          </p:val>
                                        </p:tav>
                                        <p:tav tm="100000">
                                          <p:val>
                                            <p:strVal val="#ppt_x"/>
                                          </p:val>
                                        </p:tav>
                                      </p:tavLst>
                                    </p:anim>
                                    <p:anim calcmode="lin" valueType="num">
                                      <p:cBhvr additive="repl">
                                        <p:cTn id="16" dur="1000" fill="hold"/>
                                        <p:tgtEl>
                                          <p:spTgt spid="531"/>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32"/>
                                        </p:tgtEl>
                                        <p:attrNameLst>
                                          <p:attrName>style.visibility</p:attrName>
                                        </p:attrNameLst>
                                      </p:cBhvr>
                                      <p:to>
                                        <p:strVal val="visible"/>
                                      </p:to>
                                    </p:set>
                                    <p:animEffect transition="in" filter="fade">
                                      <p:cBhvr additive="repl">
                                        <p:cTn id="21" dur="1000"/>
                                        <p:tgtEl>
                                          <p:spTgt spid="532"/>
                                        </p:tgtEl>
                                      </p:cBhvr>
                                    </p:animEffect>
                                    <p:anim calcmode="lin" valueType="num">
                                      <p:cBhvr additive="repl">
                                        <p:cTn id="22" dur="1000" fill="hold"/>
                                        <p:tgtEl>
                                          <p:spTgt spid="532"/>
                                        </p:tgtEl>
                                        <p:attrNameLst>
                                          <p:attrName>ppt_x</p:attrName>
                                        </p:attrNameLst>
                                      </p:cBhvr>
                                      <p:tavLst>
                                        <p:tav>
                                          <p:val>
                                            <p:strVal val="#ppt_x"/>
                                          </p:val>
                                        </p:tav>
                                        <p:tav tm="100000">
                                          <p:val>
                                            <p:strVal val="#ppt_x"/>
                                          </p:val>
                                        </p:tav>
                                      </p:tavLst>
                                    </p:anim>
                                    <p:anim calcmode="lin" valueType="num">
                                      <p:cBhvr additive="repl">
                                        <p:cTn id="23" dur="1000" fill="hold"/>
                                        <p:tgtEl>
                                          <p:spTgt spid="532"/>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4" name="Picture 4"/>
          <p:cNvPicPr/>
          <p:nvPr/>
        </p:nvPicPr>
        <p:blipFill>
          <a:blip r:embed="rId2"/>
          <a:srcRect t="96153"/>
          <a:stretch/>
        </p:blipFill>
        <p:spPr>
          <a:xfrm>
            <a:off x="676080" y="6472080"/>
            <a:ext cx="2142360" cy="192240"/>
          </a:xfrm>
          <a:prstGeom prst="rect">
            <a:avLst/>
          </a:prstGeom>
          <a:noFill/>
          <a:ln w="0">
            <a:noFill/>
          </a:ln>
        </p:spPr>
      </p:pic>
      <p:sp>
        <p:nvSpPr>
          <p:cNvPr id="535" name="PlaceHolder 1"/>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36"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37"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3" name="Picture 2">
            <a:extLst>
              <a:ext uri="{FF2B5EF4-FFF2-40B4-BE49-F238E27FC236}">
                <a16:creationId xmlns:a16="http://schemas.microsoft.com/office/drawing/2014/main" id="{AFFDCFD7-C777-236B-A9EA-93FD4EA9740F}"/>
              </a:ext>
            </a:extLst>
          </p:cNvPr>
          <p:cNvPicPr>
            <a:picLocks noChangeAspect="1"/>
          </p:cNvPicPr>
          <p:nvPr/>
        </p:nvPicPr>
        <p:blipFill>
          <a:blip r:embed="rId3"/>
          <a:stretch>
            <a:fillRect/>
          </a:stretch>
        </p:blipFill>
        <p:spPr>
          <a:xfrm>
            <a:off x="548128" y="1351445"/>
            <a:ext cx="6962744" cy="4212696"/>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35"/>
                                        </p:tgtEl>
                                        <p:attrNameLst>
                                          <p:attrName>style.visibility</p:attrName>
                                        </p:attrNameLst>
                                      </p:cBhvr>
                                      <p:to>
                                        <p:strVal val="visible"/>
                                      </p:to>
                                    </p:set>
                                    <p:anim calcmode="lin" valueType="num">
                                      <p:cBhvr additive="repl">
                                        <p:cTn id="7" dur="500" fill="hold"/>
                                        <p:tgtEl>
                                          <p:spTgt spid="535"/>
                                        </p:tgtEl>
                                        <p:attrNameLst>
                                          <p:attrName>ppt_w</p:attrName>
                                        </p:attrNameLst>
                                      </p:cBhvr>
                                      <p:tavLst>
                                        <p:tav>
                                          <p:val>
                                            <p:fltVal val="0"/>
                                          </p:val>
                                        </p:tav>
                                        <p:tav tm="100000">
                                          <p:val>
                                            <p:strVal val="#ppt_w"/>
                                          </p:val>
                                        </p:tav>
                                      </p:tavLst>
                                    </p:anim>
                                    <p:anim calcmode="lin" valueType="num">
                                      <p:cBhvr additive="repl">
                                        <p:cTn id="8" dur="500" fill="hold"/>
                                        <p:tgtEl>
                                          <p:spTgt spid="535"/>
                                        </p:tgtEl>
                                        <p:attrNameLst>
                                          <p:attrName>ppt_h</p:attrName>
                                        </p:attrNameLst>
                                      </p:cBhvr>
                                      <p:tavLst>
                                        <p:tav>
                                          <p:val>
                                            <p:fltVal val="0"/>
                                          </p:val>
                                        </p:tav>
                                        <p:tav tm="100000">
                                          <p:val>
                                            <p:strVal val="#ppt_h"/>
                                          </p:val>
                                        </p:tav>
                                      </p:tavLst>
                                    </p:anim>
                                    <p:animEffect transition="in" filter="fade">
                                      <p:cBhvr additive="repl">
                                        <p:cTn id="9" dur="500"/>
                                        <p:tgtEl>
                                          <p:spTgt spid="53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36"/>
                                        </p:tgtEl>
                                        <p:attrNameLst>
                                          <p:attrName>style.visibility</p:attrName>
                                        </p:attrNameLst>
                                      </p:cBhvr>
                                      <p:to>
                                        <p:strVal val="visible"/>
                                      </p:to>
                                    </p:set>
                                    <p:animEffect transition="in" filter="fade">
                                      <p:cBhvr additive="repl">
                                        <p:cTn id="14" dur="1000"/>
                                        <p:tgtEl>
                                          <p:spTgt spid="536"/>
                                        </p:tgtEl>
                                      </p:cBhvr>
                                    </p:animEffect>
                                    <p:anim calcmode="lin" valueType="num">
                                      <p:cBhvr additive="repl">
                                        <p:cTn id="15" dur="1000" fill="hold"/>
                                        <p:tgtEl>
                                          <p:spTgt spid="536"/>
                                        </p:tgtEl>
                                        <p:attrNameLst>
                                          <p:attrName>ppt_x</p:attrName>
                                        </p:attrNameLst>
                                      </p:cBhvr>
                                      <p:tavLst>
                                        <p:tav>
                                          <p:val>
                                            <p:strVal val="#ppt_x"/>
                                          </p:val>
                                        </p:tav>
                                        <p:tav tm="100000">
                                          <p:val>
                                            <p:strVal val="#ppt_x"/>
                                          </p:val>
                                        </p:tav>
                                      </p:tavLst>
                                    </p:anim>
                                    <p:anim calcmode="lin" valueType="num">
                                      <p:cBhvr additive="repl">
                                        <p:cTn id="16" dur="1000" fill="hold"/>
                                        <p:tgtEl>
                                          <p:spTgt spid="536"/>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37"/>
                                        </p:tgtEl>
                                        <p:attrNameLst>
                                          <p:attrName>style.visibility</p:attrName>
                                        </p:attrNameLst>
                                      </p:cBhvr>
                                      <p:to>
                                        <p:strVal val="visible"/>
                                      </p:to>
                                    </p:set>
                                    <p:animEffect transition="in" filter="fade">
                                      <p:cBhvr additive="repl">
                                        <p:cTn id="21" dur="1000"/>
                                        <p:tgtEl>
                                          <p:spTgt spid="537"/>
                                        </p:tgtEl>
                                      </p:cBhvr>
                                    </p:animEffect>
                                    <p:anim calcmode="lin" valueType="num">
                                      <p:cBhvr additive="repl">
                                        <p:cTn id="22" dur="1000" fill="hold"/>
                                        <p:tgtEl>
                                          <p:spTgt spid="537"/>
                                        </p:tgtEl>
                                        <p:attrNameLst>
                                          <p:attrName>ppt_x</p:attrName>
                                        </p:attrNameLst>
                                      </p:cBhvr>
                                      <p:tavLst>
                                        <p:tav>
                                          <p:val>
                                            <p:strVal val="#ppt_x"/>
                                          </p:val>
                                        </p:tav>
                                        <p:tav tm="100000">
                                          <p:val>
                                            <p:strVal val="#ppt_x"/>
                                          </p:val>
                                        </p:tav>
                                      </p:tavLst>
                                    </p:anim>
                                    <p:anim calcmode="lin" valueType="num">
                                      <p:cBhvr additive="repl">
                                        <p:cTn id="23" dur="1000" fill="hold"/>
                                        <p:tgtEl>
                                          <p:spTgt spid="537"/>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9" name="Picture 4"/>
          <p:cNvPicPr/>
          <p:nvPr/>
        </p:nvPicPr>
        <p:blipFill>
          <a:blip r:embed="rId2"/>
          <a:srcRect t="96153"/>
          <a:stretch/>
        </p:blipFill>
        <p:spPr>
          <a:xfrm>
            <a:off x="676080" y="6472080"/>
            <a:ext cx="2142360" cy="192240"/>
          </a:xfrm>
          <a:prstGeom prst="rect">
            <a:avLst/>
          </a:prstGeom>
          <a:noFill/>
          <a:ln w="0">
            <a:noFill/>
          </a:ln>
        </p:spPr>
      </p:pic>
      <p:sp>
        <p:nvSpPr>
          <p:cNvPr id="540" name="PlaceHolder 1"/>
          <p:cNvSpPr>
            <a:spLocks noGrp="1"/>
          </p:cNvSpPr>
          <p:nvPr>
            <p:ph type="title"/>
          </p:nvPr>
        </p:nvSpPr>
        <p:spPr>
          <a:xfrm>
            <a:off x="676080" y="370440"/>
            <a:ext cx="298080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GB" sz="4800" b="1" u="none" strike="noStrike">
                <a:solidFill>
                  <a:schemeClr val="dk1"/>
                </a:solidFill>
                <a:effectLst/>
                <a:uFillTx/>
                <a:latin typeface="Trebuchet MS"/>
              </a:rPr>
              <a:t>RESULTS </a:t>
            </a:r>
            <a:endParaRPr lang="en-US" sz="4800" b="1" u="none" strike="noStrike">
              <a:solidFill>
                <a:schemeClr val="dk1"/>
              </a:solidFill>
              <a:effectLst/>
              <a:uFillTx/>
              <a:latin typeface="Trebuchet MS"/>
            </a:endParaRPr>
          </a:p>
        </p:txBody>
      </p:sp>
      <p:sp>
        <p:nvSpPr>
          <p:cNvPr id="541"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42"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3" name="Picture 2">
            <a:extLst>
              <a:ext uri="{FF2B5EF4-FFF2-40B4-BE49-F238E27FC236}">
                <a16:creationId xmlns:a16="http://schemas.microsoft.com/office/drawing/2014/main" id="{56B16475-C5DA-7659-7E7C-9AA0D57C455B}"/>
              </a:ext>
            </a:extLst>
          </p:cNvPr>
          <p:cNvPicPr>
            <a:picLocks noChangeAspect="1"/>
          </p:cNvPicPr>
          <p:nvPr/>
        </p:nvPicPr>
        <p:blipFill>
          <a:blip r:embed="rId3"/>
          <a:stretch>
            <a:fillRect/>
          </a:stretch>
        </p:blipFill>
        <p:spPr>
          <a:xfrm>
            <a:off x="439014" y="1200600"/>
            <a:ext cx="6774117" cy="4246563"/>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40"/>
                                        </p:tgtEl>
                                        <p:attrNameLst>
                                          <p:attrName>style.visibility</p:attrName>
                                        </p:attrNameLst>
                                      </p:cBhvr>
                                      <p:to>
                                        <p:strVal val="visible"/>
                                      </p:to>
                                    </p:set>
                                    <p:anim calcmode="lin" valueType="num">
                                      <p:cBhvr additive="repl">
                                        <p:cTn id="7" dur="500" fill="hold"/>
                                        <p:tgtEl>
                                          <p:spTgt spid="540"/>
                                        </p:tgtEl>
                                        <p:attrNameLst>
                                          <p:attrName>ppt_w</p:attrName>
                                        </p:attrNameLst>
                                      </p:cBhvr>
                                      <p:tavLst>
                                        <p:tav>
                                          <p:val>
                                            <p:fltVal val="0"/>
                                          </p:val>
                                        </p:tav>
                                        <p:tav tm="100000">
                                          <p:val>
                                            <p:strVal val="#ppt_w"/>
                                          </p:val>
                                        </p:tav>
                                      </p:tavLst>
                                    </p:anim>
                                    <p:anim calcmode="lin" valueType="num">
                                      <p:cBhvr additive="repl">
                                        <p:cTn id="8" dur="500" fill="hold"/>
                                        <p:tgtEl>
                                          <p:spTgt spid="540"/>
                                        </p:tgtEl>
                                        <p:attrNameLst>
                                          <p:attrName>ppt_h</p:attrName>
                                        </p:attrNameLst>
                                      </p:cBhvr>
                                      <p:tavLst>
                                        <p:tav>
                                          <p:val>
                                            <p:fltVal val="0"/>
                                          </p:val>
                                        </p:tav>
                                        <p:tav tm="100000">
                                          <p:val>
                                            <p:strVal val="#ppt_h"/>
                                          </p:val>
                                        </p:tav>
                                      </p:tavLst>
                                    </p:anim>
                                    <p:animEffect transition="in" filter="fade">
                                      <p:cBhvr additive="repl">
                                        <p:cTn id="9" dur="500"/>
                                        <p:tgtEl>
                                          <p:spTgt spid="54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41"/>
                                        </p:tgtEl>
                                        <p:attrNameLst>
                                          <p:attrName>style.visibility</p:attrName>
                                        </p:attrNameLst>
                                      </p:cBhvr>
                                      <p:to>
                                        <p:strVal val="visible"/>
                                      </p:to>
                                    </p:set>
                                    <p:animEffect transition="in" filter="fade">
                                      <p:cBhvr additive="repl">
                                        <p:cTn id="14" dur="1000"/>
                                        <p:tgtEl>
                                          <p:spTgt spid="541"/>
                                        </p:tgtEl>
                                      </p:cBhvr>
                                    </p:animEffect>
                                    <p:anim calcmode="lin" valueType="num">
                                      <p:cBhvr additive="repl">
                                        <p:cTn id="15" dur="1000" fill="hold"/>
                                        <p:tgtEl>
                                          <p:spTgt spid="541"/>
                                        </p:tgtEl>
                                        <p:attrNameLst>
                                          <p:attrName>ppt_x</p:attrName>
                                        </p:attrNameLst>
                                      </p:cBhvr>
                                      <p:tavLst>
                                        <p:tav>
                                          <p:val>
                                            <p:strVal val="#ppt_x"/>
                                          </p:val>
                                        </p:tav>
                                        <p:tav tm="100000">
                                          <p:val>
                                            <p:strVal val="#ppt_x"/>
                                          </p:val>
                                        </p:tav>
                                      </p:tavLst>
                                    </p:anim>
                                    <p:anim calcmode="lin" valueType="num">
                                      <p:cBhvr additive="repl">
                                        <p:cTn id="16" dur="1000" fill="hold"/>
                                        <p:tgtEl>
                                          <p:spTgt spid="541"/>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42"/>
                                        </p:tgtEl>
                                        <p:attrNameLst>
                                          <p:attrName>style.visibility</p:attrName>
                                        </p:attrNameLst>
                                      </p:cBhvr>
                                      <p:to>
                                        <p:strVal val="visible"/>
                                      </p:to>
                                    </p:set>
                                    <p:animEffect transition="in" filter="fade">
                                      <p:cBhvr additive="repl">
                                        <p:cTn id="21" dur="1000"/>
                                        <p:tgtEl>
                                          <p:spTgt spid="542"/>
                                        </p:tgtEl>
                                      </p:cBhvr>
                                    </p:animEffect>
                                    <p:anim calcmode="lin" valueType="num">
                                      <p:cBhvr additive="repl">
                                        <p:cTn id="22" dur="1000" fill="hold"/>
                                        <p:tgtEl>
                                          <p:spTgt spid="542"/>
                                        </p:tgtEl>
                                        <p:attrNameLst>
                                          <p:attrName>ppt_x</p:attrName>
                                        </p:attrNameLst>
                                      </p:cBhvr>
                                      <p:tavLst>
                                        <p:tav>
                                          <p:val>
                                            <p:strVal val="#ppt_x"/>
                                          </p:val>
                                        </p:tav>
                                        <p:tav tm="100000">
                                          <p:val>
                                            <p:strVal val="#ppt_x"/>
                                          </p:val>
                                        </p:tav>
                                      </p:tavLst>
                                    </p:anim>
                                    <p:anim calcmode="lin" valueType="num">
                                      <p:cBhvr additive="repl">
                                        <p:cTn id="23" dur="1000" fill="hold"/>
                                        <p:tgtEl>
                                          <p:spTgt spid="542"/>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4" name="Picture 4"/>
          <p:cNvPicPr/>
          <p:nvPr/>
        </p:nvPicPr>
        <p:blipFill>
          <a:blip r:embed="rId2"/>
          <a:srcRect t="96153"/>
          <a:stretch/>
        </p:blipFill>
        <p:spPr>
          <a:xfrm>
            <a:off x="676080" y="6472080"/>
            <a:ext cx="2142360" cy="192240"/>
          </a:xfrm>
          <a:prstGeom prst="rect">
            <a:avLst/>
          </a:prstGeom>
          <a:noFill/>
          <a:ln w="0">
            <a:noFill/>
          </a:ln>
        </p:spPr>
      </p:pic>
      <p:sp>
        <p:nvSpPr>
          <p:cNvPr id="545" name="PlaceHolder 1"/>
          <p:cNvSpPr>
            <a:spLocks noGrp="1"/>
          </p:cNvSpPr>
          <p:nvPr>
            <p:ph type="title"/>
          </p:nvPr>
        </p:nvSpPr>
        <p:spPr>
          <a:xfrm>
            <a:off x="676080" y="370440"/>
            <a:ext cx="473508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IN" sz="4000" b="1" u="none" strike="noStrike">
                <a:solidFill>
                  <a:schemeClr val="dk1"/>
                </a:solidFill>
                <a:effectLst/>
                <a:uFillTx/>
                <a:latin typeface="Trebuchet MS"/>
              </a:rPr>
              <a:t>Future scope</a:t>
            </a:r>
            <a:endParaRPr lang="en-US" sz="4000" b="1" u="none" strike="noStrike">
              <a:solidFill>
                <a:schemeClr val="dk1"/>
              </a:solidFill>
              <a:effectLst/>
              <a:uFillTx/>
              <a:latin typeface="Trebuchet MS"/>
            </a:endParaRPr>
          </a:p>
        </p:txBody>
      </p:sp>
      <p:sp>
        <p:nvSpPr>
          <p:cNvPr id="546"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47"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2" name="TextBox 1">
            <a:extLst>
              <a:ext uri="{FF2B5EF4-FFF2-40B4-BE49-F238E27FC236}">
                <a16:creationId xmlns:a16="http://schemas.microsoft.com/office/drawing/2014/main" id="{E16DDD82-F51A-6EA2-B92B-509214138631}"/>
              </a:ext>
            </a:extLst>
          </p:cNvPr>
          <p:cNvSpPr txBox="1"/>
          <p:nvPr/>
        </p:nvSpPr>
        <p:spPr>
          <a:xfrm>
            <a:off x="676080" y="1450292"/>
            <a:ext cx="6402053" cy="4616648"/>
          </a:xfrm>
          <a:prstGeom prst="rect">
            <a:avLst/>
          </a:prstGeom>
          <a:noFill/>
        </p:spPr>
        <p:txBody>
          <a:bodyPr wrap="square" rtlCol="0">
            <a:spAutoFit/>
          </a:bodyPr>
          <a:lstStyle/>
          <a:p>
            <a:pPr lvl="0"/>
            <a:r>
              <a:rPr lang="en-GB" sz="1400" b="1" dirty="0"/>
              <a:t>Crop Recommendation System</a:t>
            </a:r>
            <a:r>
              <a:rPr lang="en-GB" sz="1400" dirty="0"/>
              <a:t> – The analysis can be extended to recommend suitable crops based on season, soil conditions, rainfall, temperature, and expected profitability. </a:t>
            </a:r>
          </a:p>
          <a:p>
            <a:pPr lvl="0"/>
            <a:r>
              <a:rPr lang="en-GB" sz="1400" b="1" dirty="0"/>
              <a:t>Yield Prediction</a:t>
            </a:r>
            <a:r>
              <a:rPr lang="en-GB" sz="1400" dirty="0"/>
              <a:t> – Machine learning models can be developed to predict crop yield using environmental conditions, fertilizer usage, irrigation, and seed quality. </a:t>
            </a:r>
          </a:p>
          <a:p>
            <a:pPr lvl="0"/>
            <a:r>
              <a:rPr lang="en-GB" sz="1400" b="1" dirty="0"/>
              <a:t>Profit Prediction</a:t>
            </a:r>
            <a:r>
              <a:rPr lang="en-GB" sz="1400" dirty="0"/>
              <a:t> – Future models can predict expected revenue, cost, profit, and ROI before cultivation begins, helping farmers select more profitable crops. </a:t>
            </a:r>
          </a:p>
          <a:p>
            <a:pPr lvl="0"/>
            <a:r>
              <a:rPr lang="en-GB" sz="1400" b="1" dirty="0"/>
              <a:t>Smart Irrigation</a:t>
            </a:r>
            <a:r>
              <a:rPr lang="en-GB" sz="1400" dirty="0"/>
              <a:t> – Water usage and water-efficiency analysis can be integrated with IoT sensors to provide recommendations for efficient irrigation and reduce water wastage. </a:t>
            </a:r>
          </a:p>
          <a:p>
            <a:pPr lvl="0"/>
            <a:r>
              <a:rPr lang="en-GB" sz="1400" b="1" dirty="0"/>
              <a:t>Disease and Pest Prediction</a:t>
            </a:r>
            <a:r>
              <a:rPr lang="en-GB" sz="1400" dirty="0"/>
              <a:t> – Disease/pest risk data can be combined with weather and crop information to predict potential risks and support early preventive actions. </a:t>
            </a:r>
          </a:p>
          <a:p>
            <a:pPr lvl="0"/>
            <a:r>
              <a:rPr lang="en-GB" sz="1400" b="1" dirty="0"/>
              <a:t>Real-Time Agricultural Dashboard</a:t>
            </a:r>
            <a:r>
              <a:rPr lang="en-GB" sz="1400" dirty="0"/>
              <a:t> – The project can be converted into an interactive dashboard showing seasonal, crop-wise, state-wise, financial, water, and risk performance. </a:t>
            </a:r>
          </a:p>
          <a:p>
            <a:pPr lvl="0"/>
            <a:r>
              <a:rPr lang="en-GB" sz="1400" b="1" dirty="0"/>
              <a:t>Real-Time Data Integration</a:t>
            </a:r>
            <a:r>
              <a:rPr lang="en-GB" sz="1400" dirty="0"/>
              <a:t> – Weather forecasts, market prices, soil sensors, and satellite data could be incorporated to make the analysis more dynamic and useful for real-world farming.</a:t>
            </a: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45"/>
                                        </p:tgtEl>
                                        <p:attrNameLst>
                                          <p:attrName>style.visibility</p:attrName>
                                        </p:attrNameLst>
                                      </p:cBhvr>
                                      <p:to>
                                        <p:strVal val="visible"/>
                                      </p:to>
                                    </p:set>
                                    <p:anim calcmode="lin" valueType="num">
                                      <p:cBhvr additive="repl">
                                        <p:cTn id="7" dur="500" fill="hold"/>
                                        <p:tgtEl>
                                          <p:spTgt spid="545"/>
                                        </p:tgtEl>
                                        <p:attrNameLst>
                                          <p:attrName>ppt_w</p:attrName>
                                        </p:attrNameLst>
                                      </p:cBhvr>
                                      <p:tavLst>
                                        <p:tav>
                                          <p:val>
                                            <p:fltVal val="0"/>
                                          </p:val>
                                        </p:tav>
                                        <p:tav tm="100000">
                                          <p:val>
                                            <p:strVal val="#ppt_w"/>
                                          </p:val>
                                        </p:tav>
                                      </p:tavLst>
                                    </p:anim>
                                    <p:anim calcmode="lin" valueType="num">
                                      <p:cBhvr additive="repl">
                                        <p:cTn id="8" dur="500" fill="hold"/>
                                        <p:tgtEl>
                                          <p:spTgt spid="545"/>
                                        </p:tgtEl>
                                        <p:attrNameLst>
                                          <p:attrName>ppt_h</p:attrName>
                                        </p:attrNameLst>
                                      </p:cBhvr>
                                      <p:tavLst>
                                        <p:tav>
                                          <p:val>
                                            <p:fltVal val="0"/>
                                          </p:val>
                                        </p:tav>
                                        <p:tav tm="100000">
                                          <p:val>
                                            <p:strVal val="#ppt_h"/>
                                          </p:val>
                                        </p:tav>
                                      </p:tavLst>
                                    </p:anim>
                                    <p:animEffect transition="in" filter="fade">
                                      <p:cBhvr additive="repl">
                                        <p:cTn id="9" dur="500"/>
                                        <p:tgtEl>
                                          <p:spTgt spid="54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46"/>
                                        </p:tgtEl>
                                        <p:attrNameLst>
                                          <p:attrName>style.visibility</p:attrName>
                                        </p:attrNameLst>
                                      </p:cBhvr>
                                      <p:to>
                                        <p:strVal val="visible"/>
                                      </p:to>
                                    </p:set>
                                    <p:animEffect transition="in" filter="fade">
                                      <p:cBhvr additive="repl">
                                        <p:cTn id="14" dur="1000"/>
                                        <p:tgtEl>
                                          <p:spTgt spid="546"/>
                                        </p:tgtEl>
                                      </p:cBhvr>
                                    </p:animEffect>
                                    <p:anim calcmode="lin" valueType="num">
                                      <p:cBhvr additive="repl">
                                        <p:cTn id="15" dur="1000" fill="hold"/>
                                        <p:tgtEl>
                                          <p:spTgt spid="546"/>
                                        </p:tgtEl>
                                        <p:attrNameLst>
                                          <p:attrName>ppt_x</p:attrName>
                                        </p:attrNameLst>
                                      </p:cBhvr>
                                      <p:tavLst>
                                        <p:tav>
                                          <p:val>
                                            <p:strVal val="#ppt_x"/>
                                          </p:val>
                                        </p:tav>
                                        <p:tav tm="100000">
                                          <p:val>
                                            <p:strVal val="#ppt_x"/>
                                          </p:val>
                                        </p:tav>
                                      </p:tavLst>
                                    </p:anim>
                                    <p:anim calcmode="lin" valueType="num">
                                      <p:cBhvr additive="repl">
                                        <p:cTn id="16" dur="1000" fill="hold"/>
                                        <p:tgtEl>
                                          <p:spTgt spid="546"/>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47"/>
                                        </p:tgtEl>
                                        <p:attrNameLst>
                                          <p:attrName>style.visibility</p:attrName>
                                        </p:attrNameLst>
                                      </p:cBhvr>
                                      <p:to>
                                        <p:strVal val="visible"/>
                                      </p:to>
                                    </p:set>
                                    <p:animEffect transition="in" filter="fade">
                                      <p:cBhvr additive="repl">
                                        <p:cTn id="21" dur="1000"/>
                                        <p:tgtEl>
                                          <p:spTgt spid="547"/>
                                        </p:tgtEl>
                                      </p:cBhvr>
                                    </p:animEffect>
                                    <p:anim calcmode="lin" valueType="num">
                                      <p:cBhvr additive="repl">
                                        <p:cTn id="22" dur="1000" fill="hold"/>
                                        <p:tgtEl>
                                          <p:spTgt spid="547"/>
                                        </p:tgtEl>
                                        <p:attrNameLst>
                                          <p:attrName>ppt_x</p:attrName>
                                        </p:attrNameLst>
                                      </p:cBhvr>
                                      <p:tavLst>
                                        <p:tav>
                                          <p:val>
                                            <p:strVal val="#ppt_x"/>
                                          </p:val>
                                        </p:tav>
                                        <p:tav tm="100000">
                                          <p:val>
                                            <p:strVal val="#ppt_x"/>
                                          </p:val>
                                        </p:tav>
                                      </p:tavLst>
                                    </p:anim>
                                    <p:anim calcmode="lin" valueType="num">
                                      <p:cBhvr additive="repl">
                                        <p:cTn id="23" dur="1000" fill="hold"/>
                                        <p:tgtEl>
                                          <p:spTgt spid="547"/>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8" name="Picture 4"/>
          <p:cNvPicPr/>
          <p:nvPr/>
        </p:nvPicPr>
        <p:blipFill>
          <a:blip r:embed="rId2"/>
          <a:srcRect t="96153"/>
          <a:stretch/>
        </p:blipFill>
        <p:spPr>
          <a:xfrm>
            <a:off x="676080" y="6472080"/>
            <a:ext cx="2142360" cy="192240"/>
          </a:xfrm>
          <a:prstGeom prst="rect">
            <a:avLst/>
          </a:prstGeom>
          <a:noFill/>
          <a:ln w="0">
            <a:noFill/>
          </a:ln>
        </p:spPr>
      </p:pic>
      <p:sp>
        <p:nvSpPr>
          <p:cNvPr id="549" name="PlaceHolder 1"/>
          <p:cNvSpPr>
            <a:spLocks noGrp="1"/>
          </p:cNvSpPr>
          <p:nvPr>
            <p:ph type="title"/>
          </p:nvPr>
        </p:nvSpPr>
        <p:spPr>
          <a:xfrm>
            <a:off x="676080" y="370440"/>
            <a:ext cx="4735080" cy="830160"/>
          </a:xfrm>
          <a:prstGeom prst="rect">
            <a:avLst/>
          </a:prstGeom>
          <a:noFill/>
          <a:ln w="0">
            <a:noFill/>
          </a:ln>
        </p:spPr>
        <p:txBody>
          <a:bodyPr lIns="91440" tIns="45720" rIns="91440" bIns="45720" anchor="t">
            <a:normAutofit/>
          </a:bodyPr>
          <a:lstStyle/>
          <a:p>
            <a:pPr indent="0" algn="l" defTabSz="457200">
              <a:lnSpc>
                <a:spcPct val="100000"/>
              </a:lnSpc>
              <a:buNone/>
              <a:tabLst>
                <a:tab pos="0" algn="l"/>
              </a:tabLst>
            </a:pPr>
            <a:r>
              <a:rPr lang="en-IN" sz="4000" b="1" u="none" strike="noStrike">
                <a:solidFill>
                  <a:schemeClr val="dk1"/>
                </a:solidFill>
                <a:effectLst/>
                <a:uFillTx/>
                <a:latin typeface="Trebuchet MS"/>
              </a:rPr>
              <a:t>GitHub Link</a:t>
            </a:r>
            <a:endParaRPr lang="en-US" sz="4000" b="1" u="none" strike="noStrike">
              <a:solidFill>
                <a:schemeClr val="dk1"/>
              </a:solidFill>
              <a:effectLst/>
              <a:uFillTx/>
              <a:latin typeface="Trebuchet MS"/>
            </a:endParaRPr>
          </a:p>
        </p:txBody>
      </p:sp>
      <p:sp>
        <p:nvSpPr>
          <p:cNvPr id="550"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51"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49"/>
                                        </p:tgtEl>
                                        <p:attrNameLst>
                                          <p:attrName>style.visibility</p:attrName>
                                        </p:attrNameLst>
                                      </p:cBhvr>
                                      <p:to>
                                        <p:strVal val="visible"/>
                                      </p:to>
                                    </p:set>
                                    <p:anim calcmode="lin" valueType="num">
                                      <p:cBhvr additive="repl">
                                        <p:cTn id="7" dur="500" fill="hold"/>
                                        <p:tgtEl>
                                          <p:spTgt spid="549"/>
                                        </p:tgtEl>
                                        <p:attrNameLst>
                                          <p:attrName>ppt_w</p:attrName>
                                        </p:attrNameLst>
                                      </p:cBhvr>
                                      <p:tavLst>
                                        <p:tav>
                                          <p:val>
                                            <p:fltVal val="0"/>
                                          </p:val>
                                        </p:tav>
                                        <p:tav tm="100000">
                                          <p:val>
                                            <p:strVal val="#ppt_w"/>
                                          </p:val>
                                        </p:tav>
                                      </p:tavLst>
                                    </p:anim>
                                    <p:anim calcmode="lin" valueType="num">
                                      <p:cBhvr additive="repl">
                                        <p:cTn id="8" dur="500" fill="hold"/>
                                        <p:tgtEl>
                                          <p:spTgt spid="549"/>
                                        </p:tgtEl>
                                        <p:attrNameLst>
                                          <p:attrName>ppt_h</p:attrName>
                                        </p:attrNameLst>
                                      </p:cBhvr>
                                      <p:tavLst>
                                        <p:tav>
                                          <p:val>
                                            <p:fltVal val="0"/>
                                          </p:val>
                                        </p:tav>
                                        <p:tav tm="100000">
                                          <p:val>
                                            <p:strVal val="#ppt_h"/>
                                          </p:val>
                                        </p:tav>
                                      </p:tavLst>
                                    </p:anim>
                                    <p:animEffect transition="in" filter="fade">
                                      <p:cBhvr additive="repl">
                                        <p:cTn id="9" dur="500"/>
                                        <p:tgtEl>
                                          <p:spTgt spid="54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50"/>
                                        </p:tgtEl>
                                        <p:attrNameLst>
                                          <p:attrName>style.visibility</p:attrName>
                                        </p:attrNameLst>
                                      </p:cBhvr>
                                      <p:to>
                                        <p:strVal val="visible"/>
                                      </p:to>
                                    </p:set>
                                    <p:animEffect transition="in" filter="fade">
                                      <p:cBhvr additive="repl">
                                        <p:cTn id="14" dur="1000"/>
                                        <p:tgtEl>
                                          <p:spTgt spid="550"/>
                                        </p:tgtEl>
                                      </p:cBhvr>
                                    </p:animEffect>
                                    <p:anim calcmode="lin" valueType="num">
                                      <p:cBhvr additive="repl">
                                        <p:cTn id="15" dur="1000" fill="hold"/>
                                        <p:tgtEl>
                                          <p:spTgt spid="550"/>
                                        </p:tgtEl>
                                        <p:attrNameLst>
                                          <p:attrName>ppt_x</p:attrName>
                                        </p:attrNameLst>
                                      </p:cBhvr>
                                      <p:tavLst>
                                        <p:tav>
                                          <p:val>
                                            <p:strVal val="#ppt_x"/>
                                          </p:val>
                                        </p:tav>
                                        <p:tav tm="100000">
                                          <p:val>
                                            <p:strVal val="#ppt_x"/>
                                          </p:val>
                                        </p:tav>
                                      </p:tavLst>
                                    </p:anim>
                                    <p:anim calcmode="lin" valueType="num">
                                      <p:cBhvr additive="repl">
                                        <p:cTn id="16" dur="1000" fill="hold"/>
                                        <p:tgtEl>
                                          <p:spTgt spid="550"/>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51"/>
                                        </p:tgtEl>
                                        <p:attrNameLst>
                                          <p:attrName>style.visibility</p:attrName>
                                        </p:attrNameLst>
                                      </p:cBhvr>
                                      <p:to>
                                        <p:strVal val="visible"/>
                                      </p:to>
                                    </p:set>
                                    <p:animEffect transition="in" filter="fade">
                                      <p:cBhvr additive="repl">
                                        <p:cTn id="21" dur="1000"/>
                                        <p:tgtEl>
                                          <p:spTgt spid="551"/>
                                        </p:tgtEl>
                                      </p:cBhvr>
                                    </p:animEffect>
                                    <p:anim calcmode="lin" valueType="num">
                                      <p:cBhvr additive="repl">
                                        <p:cTn id="22" dur="1000" fill="hold"/>
                                        <p:tgtEl>
                                          <p:spTgt spid="551"/>
                                        </p:tgtEl>
                                        <p:attrNameLst>
                                          <p:attrName>ppt_x</p:attrName>
                                        </p:attrNameLst>
                                      </p:cBhvr>
                                      <p:tavLst>
                                        <p:tav>
                                          <p:val>
                                            <p:strVal val="#ppt_x"/>
                                          </p:val>
                                        </p:tav>
                                        <p:tav tm="100000">
                                          <p:val>
                                            <p:strVal val="#ppt_x"/>
                                          </p:val>
                                        </p:tav>
                                      </p:tavLst>
                                    </p:anim>
                                    <p:anim calcmode="lin" valueType="num">
                                      <p:cBhvr additive="repl">
                                        <p:cTn id="23" dur="1000" fill="hold"/>
                                        <p:tgtEl>
                                          <p:spTgt spid="551"/>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 name="Picture 4"/>
          <p:cNvPicPr/>
          <p:nvPr/>
        </p:nvPicPr>
        <p:blipFill>
          <a:blip r:embed="rId2"/>
          <a:srcRect t="96153"/>
          <a:stretch/>
        </p:blipFill>
        <p:spPr>
          <a:xfrm>
            <a:off x="676080" y="6472080"/>
            <a:ext cx="2142360" cy="192240"/>
          </a:xfrm>
          <a:prstGeom prst="rect">
            <a:avLst/>
          </a:prstGeom>
          <a:noFill/>
          <a:ln w="0">
            <a:noFill/>
          </a:ln>
        </p:spPr>
      </p:pic>
      <p:sp>
        <p:nvSpPr>
          <p:cNvPr id="553" name="PlaceHolder 1"/>
          <p:cNvSpPr>
            <a:spLocks noGrp="1"/>
          </p:cNvSpPr>
          <p:nvPr>
            <p:ph type="title"/>
          </p:nvPr>
        </p:nvSpPr>
        <p:spPr>
          <a:xfrm>
            <a:off x="676080" y="370440"/>
            <a:ext cx="8350560" cy="883800"/>
          </a:xfrm>
          <a:prstGeom prst="rect">
            <a:avLst/>
          </a:prstGeom>
          <a:noFill/>
          <a:ln w="0">
            <a:noFill/>
          </a:ln>
        </p:spPr>
        <p:txBody>
          <a:bodyPr lIns="91440" tIns="45720" rIns="91440" bIns="45720" anchor="t">
            <a:normAutofit fontScale="90000"/>
          </a:bodyPr>
          <a:lstStyle/>
          <a:p>
            <a:pPr indent="0" algn="l" defTabSz="457200">
              <a:lnSpc>
                <a:spcPct val="100000"/>
              </a:lnSpc>
              <a:buNone/>
              <a:tabLst>
                <a:tab pos="0" algn="l"/>
              </a:tabLst>
            </a:pPr>
            <a:r>
              <a:rPr lang="en-IN" sz="3200" b="1" u="none" strike="noStrike">
                <a:solidFill>
                  <a:schemeClr val="dk1"/>
                </a:solidFill>
                <a:effectLst/>
                <a:uFillTx/>
                <a:latin typeface="Trebuchet MS"/>
              </a:rPr>
              <a:t>VOIS Course completion certificate - </a:t>
            </a:r>
            <a:br>
              <a:rPr sz="3200"/>
            </a:br>
            <a:r>
              <a:rPr lang="en-IN" sz="3200" b="1" u="none" strike="noStrike">
                <a:solidFill>
                  <a:schemeClr val="dk1"/>
                </a:solidFill>
                <a:effectLst/>
                <a:uFillTx/>
                <a:latin typeface="Trebuchet MS"/>
              </a:rPr>
              <a:t>Course name- Data Visualization </a:t>
            </a:r>
            <a:endParaRPr lang="en-US" sz="3200" b="1" u="none" strike="noStrike">
              <a:solidFill>
                <a:schemeClr val="dk1"/>
              </a:solidFill>
              <a:effectLst/>
              <a:uFillTx/>
              <a:latin typeface="Trebuchet MS"/>
            </a:endParaRPr>
          </a:p>
        </p:txBody>
      </p:sp>
      <p:sp>
        <p:nvSpPr>
          <p:cNvPr id="554" name="Text Placeholder 30"/>
          <p:cNvSpPr/>
          <p:nvPr/>
        </p:nvSpPr>
        <p:spPr>
          <a:xfrm>
            <a:off x="32112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sp>
        <p:nvSpPr>
          <p:cNvPr id="555" name="Text Placeholder 30"/>
          <p:cNvSpPr/>
          <p:nvPr/>
        </p:nvSpPr>
        <p:spPr>
          <a:xfrm>
            <a:off x="4345560" y="1275480"/>
            <a:ext cx="3342960" cy="665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2000" b="0" u="none" strike="noStrike">
              <a:solidFill>
                <a:schemeClr val="dk1"/>
              </a:solidFill>
              <a:effectLst/>
              <a:uFillTx/>
              <a:latin typeface="Trebuchet MS"/>
            </a:endParaRPr>
          </a:p>
        </p:txBody>
      </p:sp>
      <p:pic>
        <p:nvPicPr>
          <p:cNvPr id="4" name="Picture 3">
            <a:extLst>
              <a:ext uri="{FF2B5EF4-FFF2-40B4-BE49-F238E27FC236}">
                <a16:creationId xmlns:a16="http://schemas.microsoft.com/office/drawing/2014/main" id="{48E2F16D-FD40-0788-BE55-EA2A9B86987B}"/>
              </a:ext>
            </a:extLst>
          </p:cNvPr>
          <p:cNvPicPr>
            <a:picLocks noChangeAspect="1"/>
          </p:cNvPicPr>
          <p:nvPr/>
        </p:nvPicPr>
        <p:blipFill>
          <a:blip r:embed="rId3"/>
          <a:stretch>
            <a:fillRect/>
          </a:stretch>
        </p:blipFill>
        <p:spPr>
          <a:xfrm>
            <a:off x="892457" y="1493260"/>
            <a:ext cx="6906206" cy="4872059"/>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53"/>
                                        </p:tgtEl>
                                        <p:attrNameLst>
                                          <p:attrName>style.visibility</p:attrName>
                                        </p:attrNameLst>
                                      </p:cBhvr>
                                      <p:to>
                                        <p:strVal val="visible"/>
                                      </p:to>
                                    </p:set>
                                    <p:anim calcmode="lin" valueType="num">
                                      <p:cBhvr additive="repl">
                                        <p:cTn id="7" dur="500" fill="hold"/>
                                        <p:tgtEl>
                                          <p:spTgt spid="553"/>
                                        </p:tgtEl>
                                        <p:attrNameLst>
                                          <p:attrName>ppt_w</p:attrName>
                                        </p:attrNameLst>
                                      </p:cBhvr>
                                      <p:tavLst>
                                        <p:tav>
                                          <p:val>
                                            <p:fltVal val="0"/>
                                          </p:val>
                                        </p:tav>
                                        <p:tav tm="100000">
                                          <p:val>
                                            <p:strVal val="#ppt_w"/>
                                          </p:val>
                                        </p:tav>
                                      </p:tavLst>
                                    </p:anim>
                                    <p:anim calcmode="lin" valueType="num">
                                      <p:cBhvr additive="repl">
                                        <p:cTn id="8" dur="500" fill="hold"/>
                                        <p:tgtEl>
                                          <p:spTgt spid="553"/>
                                        </p:tgtEl>
                                        <p:attrNameLst>
                                          <p:attrName>ppt_h</p:attrName>
                                        </p:attrNameLst>
                                      </p:cBhvr>
                                      <p:tavLst>
                                        <p:tav>
                                          <p:val>
                                            <p:fltVal val="0"/>
                                          </p:val>
                                        </p:tav>
                                        <p:tav tm="100000">
                                          <p:val>
                                            <p:strVal val="#ppt_h"/>
                                          </p:val>
                                        </p:tav>
                                      </p:tavLst>
                                    </p:anim>
                                    <p:animEffect transition="in" filter="fade">
                                      <p:cBhvr additive="repl">
                                        <p:cTn id="9" dur="500"/>
                                        <p:tgtEl>
                                          <p:spTgt spid="55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fill="hold" nodeType="clickEffect">
                                  <p:stCondLst>
                                    <p:cond delay="0"/>
                                  </p:stCondLst>
                                  <p:childTnLst>
                                    <p:set>
                                      <p:cBhvr>
                                        <p:cTn id="13" dur="1" fill="hold">
                                          <p:stCondLst>
                                            <p:cond delay="0"/>
                                          </p:stCondLst>
                                        </p:cTn>
                                        <p:tgtEl>
                                          <p:spTgt spid="554"/>
                                        </p:tgtEl>
                                        <p:attrNameLst>
                                          <p:attrName>style.visibility</p:attrName>
                                        </p:attrNameLst>
                                      </p:cBhvr>
                                      <p:to>
                                        <p:strVal val="visible"/>
                                      </p:to>
                                    </p:set>
                                    <p:animEffect transition="in" filter="fade">
                                      <p:cBhvr additive="repl">
                                        <p:cTn id="14" dur="1000"/>
                                        <p:tgtEl>
                                          <p:spTgt spid="554"/>
                                        </p:tgtEl>
                                      </p:cBhvr>
                                    </p:animEffect>
                                    <p:anim calcmode="lin" valueType="num">
                                      <p:cBhvr additive="repl">
                                        <p:cTn id="15" dur="1000" fill="hold"/>
                                        <p:tgtEl>
                                          <p:spTgt spid="554"/>
                                        </p:tgtEl>
                                        <p:attrNameLst>
                                          <p:attrName>ppt_x</p:attrName>
                                        </p:attrNameLst>
                                      </p:cBhvr>
                                      <p:tavLst>
                                        <p:tav>
                                          <p:val>
                                            <p:strVal val="#ppt_x"/>
                                          </p:val>
                                        </p:tav>
                                        <p:tav tm="100000">
                                          <p:val>
                                            <p:strVal val="#ppt_x"/>
                                          </p:val>
                                        </p:tav>
                                      </p:tavLst>
                                    </p:anim>
                                    <p:anim calcmode="lin" valueType="num">
                                      <p:cBhvr additive="repl">
                                        <p:cTn id="16" dur="1000" fill="hold"/>
                                        <p:tgtEl>
                                          <p:spTgt spid="554"/>
                                        </p:tgtEl>
                                        <p:attrNameLst>
                                          <p:attrName>ppt_y</p:attrName>
                                        </p:attrNameLst>
                                      </p:cBhvr>
                                      <p:tavLst>
                                        <p:tav>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fill="hold" nodeType="clickEffect">
                                  <p:stCondLst>
                                    <p:cond delay="0"/>
                                  </p:stCondLst>
                                  <p:childTnLst>
                                    <p:set>
                                      <p:cBhvr>
                                        <p:cTn id="20" dur="1" fill="hold">
                                          <p:stCondLst>
                                            <p:cond delay="0"/>
                                          </p:stCondLst>
                                        </p:cTn>
                                        <p:tgtEl>
                                          <p:spTgt spid="555"/>
                                        </p:tgtEl>
                                        <p:attrNameLst>
                                          <p:attrName>style.visibility</p:attrName>
                                        </p:attrNameLst>
                                      </p:cBhvr>
                                      <p:to>
                                        <p:strVal val="visible"/>
                                      </p:to>
                                    </p:set>
                                    <p:animEffect transition="in" filter="fade">
                                      <p:cBhvr additive="repl">
                                        <p:cTn id="21" dur="1000"/>
                                        <p:tgtEl>
                                          <p:spTgt spid="555"/>
                                        </p:tgtEl>
                                      </p:cBhvr>
                                    </p:animEffect>
                                    <p:anim calcmode="lin" valueType="num">
                                      <p:cBhvr additive="repl">
                                        <p:cTn id="22" dur="1000" fill="hold"/>
                                        <p:tgtEl>
                                          <p:spTgt spid="555"/>
                                        </p:tgtEl>
                                        <p:attrNameLst>
                                          <p:attrName>ppt_x</p:attrName>
                                        </p:attrNameLst>
                                      </p:cBhvr>
                                      <p:tavLst>
                                        <p:tav>
                                          <p:val>
                                            <p:strVal val="#ppt_x"/>
                                          </p:val>
                                        </p:tav>
                                        <p:tav tm="100000">
                                          <p:val>
                                            <p:strVal val="#ppt_x"/>
                                          </p:val>
                                        </p:tav>
                                      </p:tavLst>
                                    </p:anim>
                                    <p:anim calcmode="lin" valueType="num">
                                      <p:cBhvr additive="repl">
                                        <p:cTn id="23" dur="1000" fill="hold"/>
                                        <p:tgtEl>
                                          <p:spTgt spid="555"/>
                                        </p:tgtEl>
                                        <p:attrNameLst>
                                          <p:attrName>ppt_y</p:attrName>
                                        </p:attrNameLst>
                                      </p:cBhvr>
                                      <p:tavLst>
                                        <p:tav>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PlaceHolder 1"/>
          <p:cNvSpPr>
            <a:spLocks noGrp="1"/>
          </p:cNvSpPr>
          <p:nvPr>
            <p:ph type="title"/>
          </p:nvPr>
        </p:nvSpPr>
        <p:spPr>
          <a:xfrm>
            <a:off x="432000" y="647640"/>
            <a:ext cx="11339280" cy="699480"/>
          </a:xfrm>
          <a:prstGeom prst="rect">
            <a:avLst/>
          </a:prstGeom>
          <a:noFill/>
          <a:ln w="0">
            <a:noFill/>
          </a:ln>
        </p:spPr>
        <p:txBody>
          <a:bodyPr lIns="91440" tIns="45720" rIns="91440" bIns="45720" anchor="ctr">
            <a:normAutofit fontScale="90000"/>
          </a:bodyPr>
          <a:lstStyle/>
          <a:p>
            <a:pPr indent="0" algn="ctr" defTabSz="457200">
              <a:lnSpc>
                <a:spcPct val="100000"/>
              </a:lnSpc>
              <a:buNone/>
              <a:tabLst>
                <a:tab pos="0" algn="l"/>
              </a:tabLst>
            </a:pPr>
            <a:r>
              <a:rPr lang="en-US" sz="4800" b="1" u="none" strike="noStrike">
                <a:solidFill>
                  <a:schemeClr val="dk1"/>
                </a:solidFill>
                <a:effectLst/>
                <a:uFillTx/>
                <a:latin typeface="Trebuchet MS"/>
              </a:rPr>
              <a:t>Thank you</a:t>
            </a:r>
          </a:p>
        </p:txBody>
      </p:sp>
      <p:sp>
        <p:nvSpPr>
          <p:cNvPr id="557" name="PlaceHolder 2"/>
          <p:cNvSpPr>
            <a:spLocks noGrp="1"/>
          </p:cNvSpPr>
          <p:nvPr>
            <p:ph/>
          </p:nvPr>
        </p:nvSpPr>
        <p:spPr>
          <a:xfrm>
            <a:off x="3727800" y="4641840"/>
            <a:ext cx="2139120" cy="1108080"/>
          </a:xfrm>
          <a:prstGeom prst="rect">
            <a:avLst/>
          </a:prstGeom>
          <a:noFill/>
          <a:ln w="0">
            <a:noFill/>
          </a:ln>
        </p:spPr>
        <p:txBody>
          <a:bodyPr lIns="91440" tIns="45720" rIns="91440" bIns="45720" anchor="t">
            <a:normAutofit/>
          </a:bodyPr>
          <a:lstStyle/>
          <a:p>
            <a:pPr indent="0" algn="ctr" defTabSz="457200">
              <a:lnSpc>
                <a:spcPct val="100000"/>
              </a:lnSpc>
              <a:spcBef>
                <a:spcPts val="1001"/>
              </a:spcBef>
              <a:buNone/>
              <a:tabLst>
                <a:tab pos="0" algn="l"/>
              </a:tabLst>
            </a:pPr>
            <a:r>
              <a:rPr lang="en-US" sz="1600" b="0" u="none" strike="noStrike">
                <a:solidFill>
                  <a:schemeClr val="dk1"/>
                </a:solidFill>
                <a:effectLst/>
                <a:uFillTx/>
                <a:latin typeface="Trebuchet MS"/>
              </a:rPr>
              <a:t>.</a:t>
            </a:r>
          </a:p>
        </p:txBody>
      </p:sp>
      <p:sp>
        <p:nvSpPr>
          <p:cNvPr id="558" name="Text Placeholder 28"/>
          <p:cNvSpPr/>
          <p:nvPr/>
        </p:nvSpPr>
        <p:spPr>
          <a:xfrm>
            <a:off x="878400" y="4134960"/>
            <a:ext cx="2595960" cy="45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lnSpcReduction="10000"/>
          </a:bodyPr>
          <a:lstStyle/>
          <a:p>
            <a:pPr algn="ctr" defTabSz="457200">
              <a:lnSpc>
                <a:spcPct val="100000"/>
              </a:lnSpc>
              <a:spcBef>
                <a:spcPts val="1001"/>
              </a:spcBef>
              <a:tabLst>
                <a:tab pos="0" algn="l"/>
              </a:tabLst>
            </a:pPr>
            <a:endParaRPr lang="en-IN" sz="2400" b="1" u="none" strike="noStrike">
              <a:solidFill>
                <a:schemeClr val="accent4"/>
              </a:solidFill>
              <a:effectLst/>
              <a:uFillTx/>
              <a:latin typeface="Trebuchet MS"/>
            </a:endParaRPr>
          </a:p>
        </p:txBody>
      </p:sp>
      <p:sp>
        <p:nvSpPr>
          <p:cNvPr id="559" name="Text Placeholder 28"/>
          <p:cNvSpPr/>
          <p:nvPr/>
        </p:nvSpPr>
        <p:spPr>
          <a:xfrm>
            <a:off x="5353560" y="3962520"/>
            <a:ext cx="2595960" cy="45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60" name="Text Placeholder 28"/>
          <p:cNvSpPr/>
          <p:nvPr/>
        </p:nvSpPr>
        <p:spPr>
          <a:xfrm>
            <a:off x="7789320" y="3962520"/>
            <a:ext cx="2595960" cy="45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IN" sz="2200" b="1" u="none" strike="noStrike">
              <a:solidFill>
                <a:schemeClr val="accent4"/>
              </a:solidFill>
              <a:effectLst/>
              <a:uFillTx/>
              <a:latin typeface="Trebuchet MS"/>
            </a:endParaRPr>
          </a:p>
        </p:txBody>
      </p:sp>
      <p:sp>
        <p:nvSpPr>
          <p:cNvPr id="561" name="Text Placeholder 30"/>
          <p:cNvSpPr/>
          <p:nvPr/>
        </p:nvSpPr>
        <p:spPr>
          <a:xfrm>
            <a:off x="6095880" y="4641840"/>
            <a:ext cx="2139120" cy="1108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endParaRPr lang="en-GB" sz="1600" b="0" u="none" strike="noStrike">
              <a:solidFill>
                <a:schemeClr val="dk1"/>
              </a:solidFill>
              <a:effectLst/>
              <a:uFillTx/>
              <a:latin typeface="Trebuchet MS"/>
            </a:endParaRPr>
          </a:p>
        </p:txBody>
      </p:sp>
      <p:sp>
        <p:nvSpPr>
          <p:cNvPr id="562" name="Text Placeholder 30"/>
          <p:cNvSpPr/>
          <p:nvPr/>
        </p:nvSpPr>
        <p:spPr>
          <a:xfrm>
            <a:off x="8591400" y="4641840"/>
            <a:ext cx="2139120" cy="1108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457200">
              <a:lnSpc>
                <a:spcPct val="100000"/>
              </a:lnSpc>
              <a:spcBef>
                <a:spcPts val="1001"/>
              </a:spcBef>
              <a:tabLst>
                <a:tab pos="0" algn="l"/>
              </a:tabLst>
            </a:pPr>
            <a:r>
              <a:rPr lang="en-GB" sz="1600" b="0" u="none" strike="noStrike">
                <a:solidFill>
                  <a:schemeClr val="dk1"/>
                </a:solidFill>
                <a:effectLst/>
                <a:uFillTx/>
                <a:latin typeface="Trebuchet MS"/>
              </a:rPr>
              <a:t>.</a:t>
            </a:r>
            <a:endParaRPr lang="en-IN" sz="1600" b="0" u="none" strike="noStrike">
              <a:solidFill>
                <a:srgbClr val="000000"/>
              </a:solidFill>
              <a:effectLst/>
              <a:uFillTx/>
              <a:latin typeface="Arial"/>
            </a:endParaRPr>
          </a:p>
        </p:txBody>
      </p:sp>
      <p:pic>
        <p:nvPicPr>
          <p:cNvPr id="563" name="Picture 14"/>
          <p:cNvPicPr/>
          <p:nvPr/>
        </p:nvPicPr>
        <p:blipFill>
          <a:blip r:embed="rId2"/>
          <a:srcRect t="96153"/>
          <a:stretch/>
        </p:blipFill>
        <p:spPr>
          <a:xfrm>
            <a:off x="676080" y="6472080"/>
            <a:ext cx="2142360" cy="192240"/>
          </a:xfrm>
          <a:prstGeom prst="rect">
            <a:avLst/>
          </a:prstGeom>
          <a:noFill/>
          <a:ln w="0">
            <a:noFill/>
          </a:ln>
        </p:spPr>
      </p:pic>
      <p:sp>
        <p:nvSpPr>
          <p:cNvPr id="564" name="PlaceHolder 3"/>
          <p:cNvSpPr>
            <a:spLocks noGrp="1"/>
          </p:cNvSpPr>
          <p:nvPr>
            <p:ph/>
          </p:nvPr>
        </p:nvSpPr>
        <p:spPr>
          <a:xfrm>
            <a:off x="2975040" y="3962520"/>
            <a:ext cx="2139120" cy="343440"/>
          </a:xfrm>
          <a:prstGeom prst="rect">
            <a:avLst/>
          </a:prstGeom>
          <a:noFill/>
          <a:ln w="0">
            <a:noFill/>
          </a:ln>
        </p:spPr>
        <p:txBody>
          <a:bodyPr lIns="91440" tIns="45720" rIns="91440" bIns="45720" anchor="t">
            <a:normAutofit fontScale="92500" lnSpcReduction="10000"/>
          </a:bodyPr>
          <a:lstStyle/>
          <a:p>
            <a:pPr indent="0" algn="ctr" defTabSz="457200">
              <a:buNone/>
              <a:tabLst>
                <a:tab pos="0" algn="l"/>
              </a:tabLst>
            </a:pPr>
            <a:endParaRPr lang="en-US" sz="1800" b="0" u="none" strike="noStrike">
              <a:solidFill>
                <a:schemeClr val="dk1"/>
              </a:solidFill>
              <a:effectLst/>
              <a:uFillTx/>
              <a:latin typeface="Trebuchet MS"/>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anim calcmode="lin" valueType="num">
                                      <p:cBhvr additive="repl">
                                        <p:cTn id="7" dur="500" fill="hold"/>
                                        <p:tgtEl>
                                          <p:spTgt spid="556"/>
                                        </p:tgtEl>
                                        <p:attrNameLst>
                                          <p:attrName>ppt_w</p:attrName>
                                        </p:attrNameLst>
                                      </p:cBhvr>
                                      <p:tavLst>
                                        <p:tav>
                                          <p:val>
                                            <p:fltVal val="0"/>
                                          </p:val>
                                        </p:tav>
                                        <p:tav tm="100000">
                                          <p:val>
                                            <p:strVal val="#ppt_w"/>
                                          </p:val>
                                        </p:tav>
                                      </p:tavLst>
                                    </p:anim>
                                    <p:anim calcmode="lin" valueType="num">
                                      <p:cBhvr additive="repl">
                                        <p:cTn id="8" dur="500" fill="hold"/>
                                        <p:tgtEl>
                                          <p:spTgt spid="556"/>
                                        </p:tgtEl>
                                        <p:attrNameLst>
                                          <p:attrName>ppt_h</p:attrName>
                                        </p:attrNameLst>
                                      </p:cBhvr>
                                      <p:tavLst>
                                        <p:tav>
                                          <p:val>
                                            <p:fltVal val="0"/>
                                          </p:val>
                                        </p:tav>
                                        <p:tav tm="100000">
                                          <p:val>
                                            <p:strVal val="#ppt_h"/>
                                          </p:val>
                                        </p:tav>
                                      </p:tavLst>
                                    </p:anim>
                                    <p:animEffect transition="in" filter="fade">
                                      <p:cBhvr additive="repl">
                                        <p:cTn id="9" dur="500"/>
                                        <p:tgtEl>
                                          <p:spTgt spid="556"/>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nodeType="clickEffect">
                                  <p:stCondLst>
                                    <p:cond delay="0"/>
                                  </p:stCondLst>
                                  <p:childTnLst>
                                    <p:set>
                                      <p:cBhvr>
                                        <p:cTn id="13" dur="1" fill="hold">
                                          <p:stCondLst>
                                            <p:cond delay="0"/>
                                          </p:stCondLst>
                                        </p:cTn>
                                        <p:tgtEl>
                                          <p:spTgt spid="558"/>
                                        </p:tgtEl>
                                        <p:attrNameLst>
                                          <p:attrName>style.visibility</p:attrName>
                                        </p:attrNameLst>
                                      </p:cBhvr>
                                      <p:to>
                                        <p:strVal val="visible"/>
                                      </p:to>
                                    </p:set>
                                    <p:anim calcmode="lin" valueType="num">
                                      <p:cBhvr additive="repl">
                                        <p:cTn id="14" dur="500"/>
                                        <p:tgtEl>
                                          <p:spTgt spid="558"/>
                                        </p:tgtEl>
                                        <p:attrNameLst>
                                          <p:attrName>ppt_y</p:attrName>
                                        </p:attrNameLst>
                                      </p:cBhvr>
                                      <p:tavLst>
                                        <p:tav>
                                          <p:val>
                                            <p:strVal val="#ppt_y+#ppt_h*1.125000"/>
                                          </p:val>
                                        </p:tav>
                                        <p:tav tm="100000">
                                          <p:val>
                                            <p:strVal val="#ppt_y"/>
                                          </p:val>
                                        </p:tav>
                                      </p:tavLst>
                                    </p:anim>
                                    <p:animEffect transition="in" filter="wipe(up)">
                                      <p:cBhvr additive="repl">
                                        <p:cTn id="15" dur="500"/>
                                        <p:tgtEl>
                                          <p:spTgt spid="558"/>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557">
                                            <p:txEl>
                                              <p:pRg st="0" end="0"/>
                                            </p:txEl>
                                          </p:spTgt>
                                        </p:tgtEl>
                                        <p:attrNameLst>
                                          <p:attrName>style.visibility</p:attrName>
                                        </p:attrNameLst>
                                      </p:cBhvr>
                                      <p:to>
                                        <p:strVal val="visible"/>
                                      </p:to>
                                    </p:set>
                                    <p:anim calcmode="lin" valueType="num">
                                      <p:cBhvr additive="repl">
                                        <p:cTn id="20" dur="500"/>
                                        <p:tgtEl>
                                          <p:spTgt spid="557">
                                            <p:txEl>
                                              <p:pRg st="0" end="0"/>
                                            </p:txEl>
                                          </p:spTgt>
                                        </p:tgtEl>
                                        <p:attrNameLst>
                                          <p:attrName>ppt_y</p:attrName>
                                        </p:attrNameLst>
                                      </p:cBhvr>
                                      <p:tavLst>
                                        <p:tav>
                                          <p:val>
                                            <p:strVal val="#ppt_y+#ppt_h*1.125000"/>
                                          </p:val>
                                        </p:tav>
                                        <p:tav tm="100000">
                                          <p:val>
                                            <p:strVal val="#ppt_y"/>
                                          </p:val>
                                        </p:tav>
                                      </p:tavLst>
                                    </p:anim>
                                    <p:animEffect transition="in" filter="wipe(up)">
                                      <p:cBhvr additive="repl">
                                        <p:cTn id="21" dur="500"/>
                                        <p:tgtEl>
                                          <p:spTgt spid="55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nodeType="clickEffect">
                                  <p:stCondLst>
                                    <p:cond delay="0"/>
                                  </p:stCondLst>
                                  <p:childTnLst>
                                    <p:set>
                                      <p:cBhvr>
                                        <p:cTn id="25" dur="1" fill="hold">
                                          <p:stCondLst>
                                            <p:cond delay="0"/>
                                          </p:stCondLst>
                                        </p:cTn>
                                        <p:tgtEl>
                                          <p:spTgt spid="559"/>
                                        </p:tgtEl>
                                        <p:attrNameLst>
                                          <p:attrName>style.visibility</p:attrName>
                                        </p:attrNameLst>
                                      </p:cBhvr>
                                      <p:to>
                                        <p:strVal val="visible"/>
                                      </p:to>
                                    </p:set>
                                    <p:anim calcmode="lin" valueType="num">
                                      <p:cBhvr additive="repl">
                                        <p:cTn id="26" dur="500"/>
                                        <p:tgtEl>
                                          <p:spTgt spid="559"/>
                                        </p:tgtEl>
                                        <p:attrNameLst>
                                          <p:attrName>ppt_y</p:attrName>
                                        </p:attrNameLst>
                                      </p:cBhvr>
                                      <p:tavLst>
                                        <p:tav>
                                          <p:val>
                                            <p:strVal val="#ppt_y+#ppt_h*1.125000"/>
                                          </p:val>
                                        </p:tav>
                                        <p:tav tm="100000">
                                          <p:val>
                                            <p:strVal val="#ppt_y"/>
                                          </p:val>
                                        </p:tav>
                                      </p:tavLst>
                                    </p:anim>
                                    <p:animEffect transition="in" filter="wipe(up)">
                                      <p:cBhvr additive="repl">
                                        <p:cTn id="27" dur="500"/>
                                        <p:tgtEl>
                                          <p:spTgt spid="55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561"/>
                                        </p:tgtEl>
                                        <p:attrNameLst>
                                          <p:attrName>style.visibility</p:attrName>
                                        </p:attrNameLst>
                                      </p:cBhvr>
                                      <p:to>
                                        <p:strVal val="visible"/>
                                      </p:to>
                                    </p:set>
                                    <p:anim calcmode="lin" valueType="num">
                                      <p:cBhvr additive="repl">
                                        <p:cTn id="32" dur="500"/>
                                        <p:tgtEl>
                                          <p:spTgt spid="561"/>
                                        </p:tgtEl>
                                        <p:attrNameLst>
                                          <p:attrName>ppt_y</p:attrName>
                                        </p:attrNameLst>
                                      </p:cBhvr>
                                      <p:tavLst>
                                        <p:tav>
                                          <p:val>
                                            <p:strVal val="#ppt_y+#ppt_h*1.125000"/>
                                          </p:val>
                                        </p:tav>
                                        <p:tav tm="100000">
                                          <p:val>
                                            <p:strVal val="#ppt_y"/>
                                          </p:val>
                                        </p:tav>
                                      </p:tavLst>
                                    </p:anim>
                                    <p:animEffect transition="in" filter="wipe(up)">
                                      <p:cBhvr additive="repl">
                                        <p:cTn id="33" dur="500"/>
                                        <p:tgtEl>
                                          <p:spTgt spid="561"/>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560"/>
                                        </p:tgtEl>
                                        <p:attrNameLst>
                                          <p:attrName>style.visibility</p:attrName>
                                        </p:attrNameLst>
                                      </p:cBhvr>
                                      <p:to>
                                        <p:strVal val="visible"/>
                                      </p:to>
                                    </p:set>
                                    <p:anim calcmode="lin" valueType="num">
                                      <p:cBhvr additive="repl">
                                        <p:cTn id="38" dur="500"/>
                                        <p:tgtEl>
                                          <p:spTgt spid="560"/>
                                        </p:tgtEl>
                                        <p:attrNameLst>
                                          <p:attrName>ppt_y</p:attrName>
                                        </p:attrNameLst>
                                      </p:cBhvr>
                                      <p:tavLst>
                                        <p:tav>
                                          <p:val>
                                            <p:strVal val="#ppt_y+#ppt_h*1.125000"/>
                                          </p:val>
                                        </p:tav>
                                        <p:tav tm="100000">
                                          <p:val>
                                            <p:strVal val="#ppt_y"/>
                                          </p:val>
                                        </p:tav>
                                      </p:tavLst>
                                    </p:anim>
                                    <p:animEffect transition="in" filter="wipe(up)">
                                      <p:cBhvr additive="repl">
                                        <p:cTn id="39" dur="500"/>
                                        <p:tgtEl>
                                          <p:spTgt spid="560"/>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nodeType="clickEffect">
                                  <p:stCondLst>
                                    <p:cond delay="0"/>
                                  </p:stCondLst>
                                  <p:childTnLst>
                                    <p:set>
                                      <p:cBhvr>
                                        <p:cTn id="43" dur="1" fill="hold">
                                          <p:stCondLst>
                                            <p:cond delay="0"/>
                                          </p:stCondLst>
                                        </p:cTn>
                                        <p:tgtEl>
                                          <p:spTgt spid="562"/>
                                        </p:tgtEl>
                                        <p:attrNameLst>
                                          <p:attrName>style.visibility</p:attrName>
                                        </p:attrNameLst>
                                      </p:cBhvr>
                                      <p:to>
                                        <p:strVal val="visible"/>
                                      </p:to>
                                    </p:set>
                                    <p:anim calcmode="lin" valueType="num">
                                      <p:cBhvr additive="repl">
                                        <p:cTn id="44" dur="500"/>
                                        <p:tgtEl>
                                          <p:spTgt spid="562"/>
                                        </p:tgtEl>
                                        <p:attrNameLst>
                                          <p:attrName>ppt_y</p:attrName>
                                        </p:attrNameLst>
                                      </p:cBhvr>
                                      <p:tavLst>
                                        <p:tav>
                                          <p:val>
                                            <p:strVal val="#ppt_y+#ppt_h*1.125000"/>
                                          </p:val>
                                        </p:tav>
                                        <p:tav tm="100000">
                                          <p:val>
                                            <p:strVal val="#ppt_y"/>
                                          </p:val>
                                        </p:tav>
                                      </p:tavLst>
                                    </p:anim>
                                    <p:animEffect transition="in" filter="wipe(up)">
                                      <p:cBhvr additive="repl">
                                        <p:cTn id="45" dur="500"/>
                                        <p:tgtEl>
                                          <p:spTgt spid="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majorFont>
      <a:minorFont>
        <a:latin typeface="Trebuchet MS" panose="020B0603020202020204"/>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a:gradFill>
        <a:gradFill>
          <a:gsLst>
            <a:gs pos="0">
              <a:schemeClr val="phClr">
                <a:tint val="96000"/>
                <a:lumMod val="100000"/>
              </a:schemeClr>
            </a:gs>
            <a:gs pos="78000">
              <a:schemeClr val="phClr">
                <a:shade val="94000"/>
                <a:lumMod val="94000"/>
              </a:schemeClr>
            </a:gs>
          </a:gsLst>
          <a:lin ang="5400000" scaled="0"/>
          <a:tileRect/>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a:gradFill>
        <a:gradFill>
          <a:gsLst>
            <a:gs pos="0">
              <a:schemeClr val="phClr">
                <a:tint val="90000"/>
                <a:lumMod val="110000"/>
              </a:schemeClr>
            </a:gs>
            <a:gs pos="100000">
              <a:schemeClr val="phClr">
                <a:shade val="94000"/>
                <a:lumMod val="96000"/>
              </a:schemeClr>
            </a:gs>
          </a:gsLst>
          <a:path path="circle">
            <a:fillToRect l="50000" t="50000" r="100000" b="100000"/>
          </a:path>
          <a:tileRect/>
        </a:gradFill>
      </a:bgFillStyleLst>
    </a:fmtScheme>
  </a:themeElements>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majorFont>
      <a:minorFont>
        <a:latin typeface="Trebuchet MS" panose="020B0603020202020204"/>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a:gradFill>
        <a:gradFill>
          <a:gsLst>
            <a:gs pos="0">
              <a:schemeClr val="phClr">
                <a:tint val="96000"/>
                <a:lumMod val="100000"/>
              </a:schemeClr>
            </a:gs>
            <a:gs pos="78000">
              <a:schemeClr val="phClr">
                <a:shade val="94000"/>
                <a:lumMod val="94000"/>
              </a:schemeClr>
            </a:gs>
          </a:gsLst>
          <a:lin ang="5400000" scaled="0"/>
          <a:tileRect/>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a:gradFill>
        <a:gradFill>
          <a:gsLst>
            <a:gs pos="0">
              <a:schemeClr val="phClr">
                <a:tint val="90000"/>
                <a:lumMod val="110000"/>
              </a:schemeClr>
            </a:gs>
            <a:gs pos="100000">
              <a:schemeClr val="phClr">
                <a:shade val="94000"/>
                <a:lumMod val="96000"/>
              </a:schemeClr>
            </a:gs>
          </a:gsLst>
          <a:path path="circle">
            <a:fillToRect l="50000" t="50000" r="100000" b="100000"/>
          </a:path>
          <a:tileRect/>
        </a:gradFill>
      </a:bgFillStyleLst>
    </a:fmtScheme>
  </a:themeElements>
  <a:objectDefaults/>
  <a:extraClrSchemeLst/>
</a:theme>
</file>

<file path=ppt/theme/theme3.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majorFont>
      <a:minorFont>
        <a:latin typeface="Trebuchet MS" panose="020B0603020202020204"/>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a:gradFill>
        <a:gradFill>
          <a:gsLst>
            <a:gs pos="0">
              <a:schemeClr val="phClr">
                <a:tint val="96000"/>
                <a:lumMod val="100000"/>
              </a:schemeClr>
            </a:gs>
            <a:gs pos="78000">
              <a:schemeClr val="phClr">
                <a:shade val="94000"/>
                <a:lumMod val="94000"/>
              </a:schemeClr>
            </a:gs>
          </a:gsLst>
          <a:lin ang="5400000" scaled="0"/>
          <a:tileRect/>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a:gradFill>
        <a:gradFill>
          <a:gsLst>
            <a:gs pos="0">
              <a:schemeClr val="phClr">
                <a:tint val="90000"/>
                <a:lumMod val="110000"/>
              </a:schemeClr>
            </a:gs>
            <a:gs pos="100000">
              <a:schemeClr val="phClr">
                <a:shade val="94000"/>
                <a:lumMod val="96000"/>
              </a:schemeClr>
            </a:gs>
          </a:gsLst>
          <a:path path="circle">
            <a:fillToRect l="50000" t="50000" r="100000" b="100000"/>
          </a:path>
          <a:tileRect/>
        </a:gradFill>
      </a:bgFillStyleLst>
    </a:fmtScheme>
  </a:themeElements>
  <a:objectDefaults/>
  <a:extraClrSchemeLst/>
</a:theme>
</file>

<file path=ppt/theme/theme4.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majorFont>
      <a:minorFont>
        <a:latin typeface="Trebuchet MS" panose="020B0603020202020204"/>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a:gradFill>
        <a:gradFill>
          <a:gsLst>
            <a:gs pos="0">
              <a:schemeClr val="phClr">
                <a:tint val="96000"/>
                <a:lumMod val="100000"/>
              </a:schemeClr>
            </a:gs>
            <a:gs pos="78000">
              <a:schemeClr val="phClr">
                <a:shade val="94000"/>
                <a:lumMod val="94000"/>
              </a:schemeClr>
            </a:gs>
          </a:gsLst>
          <a:lin ang="5400000" scaled="0"/>
          <a:tileRect/>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a:gradFill>
        <a:gradFill>
          <a:gsLst>
            <a:gs pos="0">
              <a:schemeClr val="phClr">
                <a:tint val="90000"/>
                <a:lumMod val="110000"/>
              </a:schemeClr>
            </a:gs>
            <a:gs pos="100000">
              <a:schemeClr val="phClr">
                <a:shade val="94000"/>
                <a:lumMod val="96000"/>
              </a:schemeClr>
            </a:gs>
          </a:gsLst>
          <a:path path="circle">
            <a:fillToRect l="50000" t="50000" r="100000" b="100000"/>
          </a:path>
          <a:tileRect/>
        </a:gradFill>
      </a:bgFillStyleLst>
    </a:fmtScheme>
  </a:themeElements>
  <a:objectDefaults/>
  <a:extraClrSchemeLst/>
</a:theme>
</file>

<file path=ppt/theme/theme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607</TotalTime>
  <Words>641</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14</vt:i4>
      </vt:variant>
    </vt:vector>
  </HeadingPairs>
  <TitlesOfParts>
    <vt:vector size="24" baseType="lpstr">
      <vt:lpstr>Arial</vt:lpstr>
      <vt:lpstr>Calibri</vt:lpstr>
      <vt:lpstr>Times New Roman</vt:lpstr>
      <vt:lpstr>Trebuchet MS</vt:lpstr>
      <vt:lpstr>Wingdings</vt:lpstr>
      <vt:lpstr>Wingdings 3</vt:lpstr>
      <vt:lpstr>Facet</vt:lpstr>
      <vt:lpstr>Facet</vt:lpstr>
      <vt:lpstr>Facet</vt:lpstr>
      <vt:lpstr>Facet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subject/>
  <dc:creator>Venkataswamy</dc:creator>
  <dc:description/>
  <cp:lastModifiedBy>Om Joshi</cp:lastModifiedBy>
  <cp:revision>105</cp:revision>
  <dcterms:created xsi:type="dcterms:W3CDTF">2021-07-11T13:13:15Z</dcterms:created>
  <dcterms:modified xsi:type="dcterms:W3CDTF">2026-09-04T15:13:00Z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vt:i4>
  </property>
  <property fmtid="{D5CDD505-2E9C-101B-9397-08002B2CF9AE}" pid="4" name="PresentationFormat">
    <vt:lpwstr>Widescreen</vt:lpwstr>
  </property>
  <property fmtid="{D5CDD505-2E9C-101B-9397-08002B2CF9AE}" pid="5" name="Slides">
    <vt:i4>14</vt:i4>
  </property>
</Properties>
</file>