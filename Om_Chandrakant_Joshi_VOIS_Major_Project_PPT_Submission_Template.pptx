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18.xml" ContentType="application/vnd.openxmlformats-officedocument.presentationml.slideMaster+xml"/>
  <Override PartName="/ppt/slideMasters/slideMaster2.xml" ContentType="application/vnd.openxmlformats-officedocument.presentationml.slideMaster+xml"/>
  <Override PartName="/ppt/slideMasters/slideMaster21.xml" ContentType="application/vnd.openxmlformats-officedocument.presentationml.slideMaster+xml"/>
  <Override PartName="/ppt/slideMasters/slideMaster23.xml" ContentType="application/vnd.openxmlformats-officedocument.presentationml.slideMaster+xml"/>
  <Override PartName="/ppt/theme/theme2.xml" ContentType="application/vnd.openxmlformats-officedocument.theme+xml"/>
  <Override PartName="/ppt/theme/theme24.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22.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7" r:id="rId4"/>
    <p:sldMasterId id="2147483673" r:id="rId5"/>
    <p:sldMasterId id="214748367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18.xml"/><Relationship Id="rId5" Type="http://schemas.openxmlformats.org/officeDocument/2006/relationships/slideMaster" Target="slideMasters/slideMaster21.xml"/><Relationship Id="rId6" Type="http://schemas.openxmlformats.org/officeDocument/2006/relationships/slideMaster" Target="slideMasters/slideMaster23.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en-US" sz="2800" b="0" u="none" strike="noStrike">
                <a:solidFill>
                  <a:schemeClr val="dk1"/>
                </a:solidFill>
                <a:effectLst/>
                <a:uFillTx/>
                <a:latin typeface="Trebuchet MS"/>
              </a:rPr>
              <a:t>Click to move the slide</a:t>
            </a:r>
            <a:endParaRPr lang="en-US" sz="2800" b="0" u="none" strike="noStrike">
              <a:solidFill>
                <a:schemeClr val="dk1"/>
              </a:solidFill>
              <a:effectLst/>
              <a:uFillTx/>
              <a:latin typeface="Trebuchet MS"/>
            </a:endParaRPr>
          </a:p>
        </p:txBody>
      </p:sp>
      <p:sp>
        <p:nvSpPr>
          <p:cNvPr id="51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51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517" name="PlaceHolder 4"/>
          <p:cNvSpPr>
            <a:spLocks noGrp="1"/>
          </p:cNvSpPr>
          <p:nvPr>
            <p:ph type="dt" idx="49"/>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518" name="PlaceHolder 5"/>
          <p:cNvSpPr>
            <a:spLocks noGrp="1"/>
          </p:cNvSpPr>
          <p:nvPr>
            <p:ph type="ftr" idx="50"/>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519" name="PlaceHolder 6"/>
          <p:cNvSpPr>
            <a:spLocks noGrp="1"/>
          </p:cNvSpPr>
          <p:nvPr>
            <p:ph type="sldNum" idx="51"/>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D68C7272-2773-4839-8EF6-511479041433}" type="slidenum">
              <a:rPr lang="en-IN" sz="1400" b="0" u="none" strike="noStrike">
                <a:solidFill>
                  <a:srgbClr val="000000"/>
                </a:solidFill>
                <a:effectLst/>
                <a:uFillTx/>
                <a:latin typeface="Times New Roman"/>
              </a:rPr>
              <a:t>1</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PlaceHolder 1"/>
          <p:cNvSpPr>
            <a:spLocks noGrp="1"/>
          </p:cNvSpPr>
          <p:nvPr>
            <p:ph type="sldImg"/>
          </p:nvPr>
        </p:nvSpPr>
        <p:spPr>
          <a:xfrm>
            <a:off x="685800" y="1143000"/>
            <a:ext cx="5486040" cy="3085920"/>
          </a:xfrm>
          <a:prstGeom prst="rect">
            <a:avLst/>
          </a:prstGeom>
          <a:ln w="0">
            <a:noFill/>
          </a:ln>
        </p:spPr>
      </p:sp>
      <p:sp>
        <p:nvSpPr>
          <p:cNvPr id="59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595" name="PlaceHolder 3"/>
          <p:cNvSpPr>
            <a:spLocks noGrp="1"/>
          </p:cNvSpPr>
          <p:nvPr>
            <p:ph type="sldNum" idx="52"/>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C5974F1E-BB8E-43AE-A33A-B40239A0B298}" type="slidenum">
              <a:rPr lang="en-US" sz="1200" b="0" u="none" strike="noStrike">
                <a:solidFill>
                  <a:srgbClr val="000000"/>
                </a:solidFill>
                <a:effectLst/>
                <a:uFillTx/>
                <a:latin typeface="Times New Roman"/>
                <a:ea typeface="+mn-ea"/>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31" name="PlaceHolder 1"/>
          <p:cNvSpPr>
            <a:spLocks noGrp="1"/>
          </p:cNvSpPr>
          <p:nvPr>
            <p:ph type="title"/>
          </p:nvPr>
        </p:nvSpPr>
        <p:spPr>
          <a:xfrm>
            <a:off x="432000" y="581760"/>
            <a:ext cx="11338920" cy="830880"/>
          </a:xfrm>
          <a:prstGeom prst="rect">
            <a:avLst/>
          </a:prstGeom>
          <a:noFill/>
          <a:ln w="0">
            <a:noFill/>
          </a:ln>
        </p:spPr>
        <p:txBody>
          <a:bodyPr lIns="0" tIns="0" rIns="0" bIns="0" anchor="ctr">
            <a:spAutoFit/>
          </a:bodyPr>
          <a:p>
            <a:pPr indent="0" algn="ctr" defTabSz="457200">
              <a:buNone/>
              <a:tabLst>
                <a:tab pos="0" algn="l"/>
              </a:tabLst>
            </a:pPr>
            <a:endParaRPr lang="en-US" sz="4800" b="1" u="none" strike="noStrike">
              <a:solidFill>
                <a:schemeClr val="dk1"/>
              </a:solidFill>
              <a:effectLst/>
              <a:uFillTx/>
              <a:latin typeface="Trebuchet MS"/>
            </a:endParaRPr>
          </a:p>
        </p:txBody>
      </p:sp>
      <p:sp>
        <p:nvSpPr>
          <p:cNvPr id="32" name="PlaceHolder 2"/>
          <p:cNvSpPr>
            <a:spLocks noGrp="1"/>
          </p:cNvSpPr>
          <p:nvPr>
            <p:ph type="subTitle"/>
          </p:nvPr>
        </p:nvSpPr>
        <p:spPr>
          <a:xfrm>
            <a:off x="5353560" y="2511360"/>
            <a:ext cx="1483920" cy="1367640"/>
          </a:xfrm>
          <a:prstGeom prst="rect">
            <a:avLst/>
          </a:prstGeom>
          <a:noFill/>
          <a:ln w="0">
            <a:noFill/>
          </a:ln>
        </p:spPr>
        <p:txBody>
          <a:bodyPr lIns="0" tIns="0" rIns="0" bIns="0" anchor="ctr">
            <a:spAutoFit/>
          </a:bodyPr>
          <a:p>
            <a:pPr indent="0" algn="ctr">
              <a:buNone/>
            </a:pPr>
            <a:endParaRPr lang="en-IN" sz="3200" b="0" u="none" strike="noStrik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D5F3E1B-1267-4A5D-BF57-A9C49C61A353}"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ustom Layout">
    <p:bg>
      <p:bgPr>
        <a:solidFill>
          <a:srgbClr val="000000"/>
        </a:solidFill>
      </p:bgPr>
    </p:bg>
    <p:spTree>
      <p:nvGrpSpPr>
        <p:cNvPr id="1" name=""/>
        <p:cNvGrpSpPr/>
        <p:nvPr/>
      </p:nvGrpSpPr>
      <p:grpSpPr>
        <a:xfrm>
          <a:off x="0" y="0"/>
          <a:ext cx="0" cy="0"/>
          <a:chOff x="0" y="0"/>
          <a:chExt cx="0" cy="0"/>
        </a:xfrm>
      </p:grpSpPr>
      <p:grpSp>
        <p:nvGrpSpPr>
          <p:cNvPr id="33" name="Group 43"/>
          <p:cNvGrpSpPr/>
          <p:nvPr/>
        </p:nvGrpSpPr>
        <p:grpSpPr>
          <a:xfrm>
            <a:off x="0" y="-8640"/>
            <a:ext cx="12191040" cy="6867360"/>
            <a:chOff x="0" y="-8640"/>
            <a:chExt cx="12191040" cy="6867360"/>
          </a:xfrm>
        </p:grpSpPr>
        <p:cxnSp>
          <p:nvCxnSpPr>
            <p:cNvPr id="34"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35"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3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8"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2"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3"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44" name="Date Placeholder 3" hidden="1"/>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FBCCE13D-67D5-443F-99EB-12C2C49170F6}" type="datetime1">
              <a:rPr lang="en-US" sz="1100" b="0" u="none" strike="noStrike">
                <a:solidFill>
                  <a:schemeClr val="accent2"/>
                </a:solidFill>
                <a:effectLst/>
                <a:uFillTx/>
                <a:latin typeface="Trebuchet MS"/>
              </a:rPr>
              <a:t>09/04/2026</a:t>
            </a:fld>
            <a:endParaRPr lang="en-IN" sz="1100" b="0" u="none" strike="noStrike">
              <a:solidFill>
                <a:srgbClr val="FFFFFF"/>
              </a:solidFill>
              <a:effectLst/>
              <a:uFillTx/>
              <a:latin typeface="Arial"/>
            </a:endParaRPr>
          </a:p>
        </p:txBody>
      </p:sp>
      <p:sp>
        <p:nvSpPr>
          <p:cNvPr id="45" name="Footer Placeholder 4" hidden="1"/>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FFFFFF"/>
              </a:solidFill>
              <a:effectLst/>
              <a:uFillTx/>
              <a:latin typeface="Arial"/>
            </a:endParaRPr>
          </a:p>
        </p:txBody>
      </p:sp>
      <p:sp>
        <p:nvSpPr>
          <p:cNvPr id="46" name="Slide Number Placeholder 5" hidden="1"/>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6B005446-7D7F-4467-8572-9000AF627A2C}" type="slidenum">
              <a:rPr lang="en-US" sz="1100" b="0" u="none" strike="noStrike">
                <a:solidFill>
                  <a:schemeClr val="accent4"/>
                </a:solidFill>
                <a:effectLst/>
                <a:uFillTx/>
                <a:latin typeface="Trebuchet MS"/>
              </a:rPr>
              <a:t>1</a:t>
            </a:fld>
            <a:endParaRPr lang="en-IN" sz="1100" b="0" u="none" strike="noStrike">
              <a:solidFill>
                <a:srgbClr val="FFFFFF"/>
              </a:solidFill>
              <a:effectLst/>
              <a:uFillTx/>
              <a:latin typeface="Arial"/>
            </a:endParaRPr>
          </a:p>
        </p:txBody>
      </p:sp>
      <p:sp>
        <p:nvSpPr>
          <p:cNvPr id="47" name="PlaceHolder 1"/>
          <p:cNvSpPr>
            <a:spLocks noGrp="1"/>
          </p:cNvSpPr>
          <p:nvPr>
            <p:ph type="body"/>
          </p:nvPr>
        </p:nvSpPr>
        <p:spPr>
          <a:xfrm>
            <a:off x="0" y="0"/>
            <a:ext cx="12191040" cy="6856920"/>
          </a:xfrm>
          <a:prstGeom prst="rect">
            <a:avLst/>
          </a:prstGeom>
          <a:noFill/>
          <a:ln w="0">
            <a:noFill/>
          </a:ln>
        </p:spPr>
        <p:txBody>
          <a:bodyPr lIns="90000" tIns="45000" rIns="90000" bIns="45000" anchor="t">
            <a:noAutofit/>
          </a:bodyPr>
          <a:lstStyle>
            <a:lvl1pPr marL="228600" indent="0" algn="l"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l"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1" u="none" strike="noStrike">
              <a:solidFill>
                <a:schemeClr val="accent4"/>
              </a:solidFill>
              <a:effectLst/>
              <a:uFillTx/>
              <a:latin typeface="Calibri"/>
            </a:endParaRPr>
          </a:p>
        </p:txBody>
      </p:sp>
      <p:sp>
        <p:nvSpPr>
          <p:cNvPr id="48" name="Rectangle 1" descr="Tall office building looking up"/>
          <p:cNvSpPr/>
          <p:nvPr/>
        </p:nvSpPr>
        <p:spPr>
          <a:xfrm>
            <a:off x="3718440" y="1181160"/>
            <a:ext cx="4753800" cy="4494600"/>
          </a:xfrm>
          <a:prstGeom prst="rect">
            <a:avLst/>
          </a:prstGeom>
          <a:solidFill>
            <a:schemeClr val="accent5">
              <a:alpha val="40000"/>
            </a:schemeClr>
          </a:solidFill>
          <a:ln cap="rnd" w="60325">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9" name="PlaceHolder 2"/>
          <p:cNvSpPr>
            <a:spLocks noGrp="1"/>
          </p:cNvSpPr>
          <p:nvPr>
            <p:ph type="body" hasCustomPrompt="1"/>
          </p:nvPr>
        </p:nvSpPr>
        <p:spPr>
          <a:xfrm>
            <a:off x="4149000" y="4859640"/>
            <a:ext cx="3924000" cy="489600"/>
          </a:xfrm>
          <a:prstGeom prst="rect">
            <a:avLst/>
          </a:prstGeom>
          <a:noFill/>
          <a:ln w="0">
            <a:noFill/>
          </a:ln>
        </p:spPr>
        <p:txBody>
          <a:bodyPr lIns="91440" tIns="45720" rIns="91440" bIns="45720" anchor="t">
            <a:noAutofit/>
          </a:bodyPr>
          <a:lstStyle>
            <a:lvl1pPr marL="343080" indent="-343080" algn="r" defTabSz="457200">
              <a:lnSpc>
                <a:spcPct val="100000"/>
              </a:lnSpc>
              <a:spcBef>
                <a:spcPts val="1001"/>
              </a:spcBef>
              <a:buNone/>
              <a:tabLst>
                <a:tab pos="0" algn="l"/>
              </a:tabLst>
              <a:defRPr lang="en-US" sz="2400" b="1" u="none" strike="noStrike">
                <a:solidFill>
                  <a:schemeClr val="accent4"/>
                </a:solidFill>
                <a:effectLst/>
                <a:uFillTx/>
                <a:latin typeface="Calibri"/>
              </a:defRPr>
            </a:lvl1pPr>
          </a:lstStyle>
          <a:p>
            <a:pPr marL="343080" indent="-343080" algn="r" defTabSz="457200">
              <a:lnSpc>
                <a:spcPct val="100000"/>
              </a:lnSpc>
              <a:spcBef>
                <a:spcPts val="1001"/>
              </a:spcBef>
              <a:buNone/>
              <a:tabLst>
                <a:tab pos="0" algn="l"/>
              </a:tabLst>
            </a:pPr>
            <a:r>
              <a:rPr lang="en-US" sz="2400" b="1" u="none" strike="noStrike">
                <a:solidFill>
                  <a:schemeClr val="accent4"/>
                </a:solidFill>
                <a:effectLst/>
                <a:uFillTx/>
                <a:latin typeface="Calibri"/>
              </a:rPr>
              <a:t>Click to edit text</a:t>
            </a:r>
            <a:endParaRPr lang="en-US" sz="2400" b="1" u="none" strike="noStrike">
              <a:solidFill>
                <a:schemeClr val="accent4"/>
              </a:solidFill>
              <a:effectLst/>
              <a:uFillTx/>
              <a:latin typeface="Calibri"/>
            </a:endParaRPr>
          </a:p>
        </p:txBody>
      </p:sp>
      <p:sp>
        <p:nvSpPr>
          <p:cNvPr id="50" name="PlaceHolder 3"/>
          <p:cNvSpPr>
            <a:spLocks noGrp="1"/>
          </p:cNvSpPr>
          <p:nvPr>
            <p:ph type="title"/>
          </p:nvPr>
        </p:nvSpPr>
        <p:spPr>
          <a:xfrm>
            <a:off x="4149000" y="1529640"/>
            <a:ext cx="3924000" cy="1694520"/>
          </a:xfrm>
          <a:prstGeom prst="rect">
            <a:avLst/>
          </a:prstGeom>
          <a:noFill/>
          <a:ln w="0">
            <a:noFill/>
          </a:ln>
        </p:spPr>
        <p:txBody>
          <a:bodyPr lIns="91440" tIns="45720" rIns="91440" bIns="45720" anchor="t">
            <a:noAutofit/>
          </a:bodyPr>
          <a:lstStyle>
            <a:lvl1pPr indent="0" algn="l" defTabSz="457200">
              <a:lnSpc>
                <a:spcPct val="100000"/>
              </a:lnSpc>
              <a:spcBef>
                <a:spcPts val="1001"/>
              </a:spcBef>
              <a:buNone/>
              <a:tabLst>
                <a:tab pos="0" algn="l"/>
              </a:tabLst>
              <a:defRPr lang="en-US" sz="4800" b="1" u="none" strike="noStrike">
                <a:solidFill>
                  <a:schemeClr val="lt1"/>
                </a:solidFill>
                <a:effectLst/>
                <a:uFillTx/>
                <a:latin typeface="Trebuchet MS"/>
              </a:defRPr>
            </a:lvl1pPr>
          </a:lstStyle>
          <a:p>
            <a:pPr indent="0" algn="l" defTabSz="457200">
              <a:lnSpc>
                <a:spcPct val="100000"/>
              </a:lnSpc>
              <a:spcBef>
                <a:spcPts val="1001"/>
              </a:spcBef>
              <a:buNone/>
              <a:tabLst>
                <a:tab pos="0" algn="l"/>
              </a:tabLst>
            </a:pPr>
            <a:r>
              <a:rPr lang="en-US" sz="4800" b="1" u="none" strike="noStrike">
                <a:solidFill>
                  <a:schemeClr val="lt1"/>
                </a:solidFill>
                <a:effectLst/>
                <a:uFillTx/>
                <a:latin typeface="Trebuchet MS"/>
              </a:rPr>
              <a:t>Click to edit Master title style</a:t>
            </a:r>
            <a:endParaRPr lang="en-US" sz="4800" b="1" u="none" strike="noStrike">
              <a:solidFill>
                <a:schemeClr val="lt1"/>
              </a:solidFill>
              <a:effectLst/>
              <a:uFillTx/>
              <a:latin typeface="Trebuchet MS"/>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solidFill>
          <a:srgbClr val="FFFFFF"/>
        </a:solidFill>
      </p:bgPr>
    </p:bg>
    <p:spTree>
      <p:nvGrpSpPr>
        <p:cNvPr id="1" name=""/>
        <p:cNvGrpSpPr/>
        <p:nvPr/>
      </p:nvGrpSpPr>
      <p:grpSpPr>
        <a:xfrm>
          <a:off x="0" y="0"/>
          <a:ext cx="0" cy="0"/>
          <a:chOff x="0" y="0"/>
          <a:chExt cx="0" cy="0"/>
        </a:xfrm>
      </p:grpSpPr>
      <p:grpSp>
        <p:nvGrpSpPr>
          <p:cNvPr id="51" name="Group 43"/>
          <p:cNvGrpSpPr/>
          <p:nvPr/>
        </p:nvGrpSpPr>
        <p:grpSpPr>
          <a:xfrm>
            <a:off x="0" y="-8640"/>
            <a:ext cx="12191040" cy="6867360"/>
            <a:chOff x="0" y="-8640"/>
            <a:chExt cx="12191040" cy="6867360"/>
          </a:xfrm>
        </p:grpSpPr>
        <p:cxnSp>
          <p:nvCxnSpPr>
            <p:cNvPr id="52"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53"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5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6"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5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60"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61"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62"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4C0E560F-1A45-4B21-9EAE-8288BCC7C5D0}"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63"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64"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34BAEE65-A784-4CCE-BC2A-F55C86610218}" type="slidenum">
              <a:rPr lang="en-US" sz="1100" b="0" u="none" strike="noStrike">
                <a:solidFill>
                  <a:schemeClr val="accent4"/>
                </a:solidFill>
                <a:effectLst/>
                <a:uFillTx/>
                <a:latin typeface="Trebuchet MS"/>
              </a:rPr>
              <a:t>1</a:t>
            </a:fld>
            <a:endParaRPr lang="en-IN" sz="1100" b="0" u="none" strike="noStrike">
              <a:solidFill>
                <a:srgbClr val="000000"/>
              </a:solidFill>
              <a:effectLst/>
              <a:uFillTx/>
              <a:latin typeface="Arial"/>
            </a:endParaRPr>
          </a:p>
        </p:txBody>
      </p:sp>
      <p:sp>
        <p:nvSpPr>
          <p:cNvPr id="65" name="PlaceHolder 1"/>
          <p:cNvSpPr>
            <a:spLocks noGrp="1"/>
          </p:cNvSpPr>
          <p:nvPr>
            <p:ph type="title"/>
          </p:nvPr>
        </p:nvSpPr>
        <p:spPr>
          <a:xfrm>
            <a:off x="931320" y="609480"/>
            <a:ext cx="8093160" cy="302148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chemeClr val="accent1"/>
              </a:solidFill>
              <a:effectLst/>
              <a:uFillTx/>
              <a:latin typeface="Trebuchet MS"/>
            </a:endParaRPr>
          </a:p>
        </p:txBody>
      </p:sp>
      <p:sp>
        <p:nvSpPr>
          <p:cNvPr id="66" name="PlaceHolder 2"/>
          <p:cNvSpPr>
            <a:spLocks noGrp="1"/>
          </p:cNvSpPr>
          <p:nvPr>
            <p:ph type="body"/>
          </p:nvPr>
        </p:nvSpPr>
        <p:spPr>
          <a:xfrm>
            <a:off x="1366200" y="3632040"/>
            <a:ext cx="7223400" cy="379800"/>
          </a:xfrm>
          <a:prstGeom prst="rect">
            <a:avLst/>
          </a:prstGeom>
          <a:noFill/>
          <a:ln w="0">
            <a:noFill/>
          </a:ln>
        </p:spPr>
        <p:txBody>
          <a:bodyPr lIns="91440" tIns="45720" rIns="91440" bIns="45720" anchor="ctr">
            <a:noAutofit/>
          </a:bodyPr>
          <a:lstStyle>
            <a:lvl1pPr marL="228600" indent="0" algn="l" defTabSz="457200">
              <a:lnSpc>
                <a:spcPct val="100000"/>
              </a:lnSpc>
              <a:spcBef>
                <a:spcPts val="1001"/>
              </a:spcBef>
              <a:buNone/>
              <a:tabLst>
                <a:tab pos="0" algn="l"/>
              </a:tabLst>
              <a:defRPr lang="en-US" sz="1600" b="0" u="none" strike="noStrike">
                <a:solidFill>
                  <a:schemeClr val="dk1">
                    <a:lumMod val="50000"/>
                    <a:lumOff val="50000"/>
                  </a:schemeClr>
                </a:solidFill>
                <a:effectLst/>
                <a:uFillTx/>
                <a:latin typeface="Trebuchet MS"/>
              </a:defRPr>
            </a:lvl1pPr>
          </a:lstStyle>
          <a:p>
            <a:pPr marL="228600" indent="0" algn="l" defTabSz="457200">
              <a:lnSpc>
                <a:spcPct val="100000"/>
              </a:lnSpc>
              <a:spcBef>
                <a:spcPts val="1001"/>
              </a:spcBef>
              <a:buNone/>
              <a:tabLst>
                <a:tab pos="0" algn="l"/>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chemeClr val="dk1">
                  <a:lumMod val="75000"/>
                  <a:lumOff val="25000"/>
                </a:schemeClr>
              </a:solidFill>
              <a:effectLst/>
              <a:uFillTx/>
              <a:latin typeface="Trebuchet MS"/>
            </a:endParaRPr>
          </a:p>
        </p:txBody>
      </p:sp>
      <p:sp>
        <p:nvSpPr>
          <p:cNvPr id="67" name="PlaceHolder 3"/>
          <p:cNvSpPr>
            <a:spLocks noGrp="1"/>
          </p:cNvSpPr>
          <p:nvPr>
            <p:ph type="body"/>
          </p:nvPr>
        </p:nvSpPr>
        <p:spPr>
          <a:xfrm>
            <a:off x="677160" y="4470480"/>
            <a:ext cx="8595720" cy="1569960"/>
          </a:xfrm>
          <a:prstGeom prst="rect">
            <a:avLst/>
          </a:prstGeom>
          <a:noFill/>
          <a:ln w="0">
            <a:noFill/>
          </a:ln>
        </p:spPr>
        <p:txBody>
          <a:bodyPr lIns="91440" tIns="45720" rIns="91440" bIns="45720" anchor="ctr">
            <a:normAutofit/>
          </a:bodyPr>
          <a:lstStyle>
            <a:lvl1pPr marL="228600"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marL="228600"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p:txBody>
      </p:sp>
      <p:sp>
        <p:nvSpPr>
          <p:cNvPr id="68" name="PlaceHolder 4"/>
          <p:cNvSpPr>
            <a:spLocks noGrp="1"/>
          </p:cNvSpPr>
          <p:nvPr>
            <p:ph type="dt" idx="4"/>
          </p:nvPr>
        </p:nvSpPr>
        <p:spPr>
          <a:xfrm>
            <a:off x="7205040" y="6041520"/>
            <a:ext cx="9108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69" name="PlaceHolder 5"/>
          <p:cNvSpPr>
            <a:spLocks noGrp="1"/>
          </p:cNvSpPr>
          <p:nvPr>
            <p:ph type="ftr" idx="5"/>
          </p:nvPr>
        </p:nvSpPr>
        <p:spPr>
          <a:xfrm>
            <a:off x="677160" y="6041520"/>
            <a:ext cx="6296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70" name="PlaceHolder 6"/>
          <p:cNvSpPr>
            <a:spLocks noGrp="1"/>
          </p:cNvSpPr>
          <p:nvPr>
            <p:ph type="sldNum" idx="6"/>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5FA9DBBE-D54F-4736-96EB-79CD3628065F}"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
        <p:nvSpPr>
          <p:cNvPr id="71" name="TextBox 23"/>
          <p:cNvSpPr/>
          <p:nvPr/>
        </p:nvSpPr>
        <p:spPr>
          <a:xfrm>
            <a:off x="541800" y="790200"/>
            <a:ext cx="608400" cy="58356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IN" sz="8000" b="0" u="none" strike="noStrike">
              <a:solidFill>
                <a:srgbClr val="000000"/>
              </a:solidFill>
              <a:effectLst/>
              <a:uFillTx/>
              <a:latin typeface="Arial"/>
            </a:endParaRPr>
          </a:p>
        </p:txBody>
      </p:sp>
      <p:sp>
        <p:nvSpPr>
          <p:cNvPr id="72" name="TextBox 24"/>
          <p:cNvSpPr/>
          <p:nvPr/>
        </p:nvSpPr>
        <p:spPr>
          <a:xfrm>
            <a:off x="8893080" y="2886480"/>
            <a:ext cx="608400" cy="58356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IN" sz="80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solidFill>
          <a:srgbClr val="FFFFFF"/>
        </a:solidFill>
      </p:bgPr>
    </p:bg>
    <p:spTree>
      <p:nvGrpSpPr>
        <p:cNvPr id="1" name=""/>
        <p:cNvGrpSpPr/>
        <p:nvPr/>
      </p:nvGrpSpPr>
      <p:grpSpPr>
        <a:xfrm>
          <a:off x="0" y="0"/>
          <a:ext cx="0" cy="0"/>
          <a:chOff x="0" y="0"/>
          <a:chExt cx="0" cy="0"/>
        </a:xfrm>
      </p:grpSpPr>
      <p:grpSp>
        <p:nvGrpSpPr>
          <p:cNvPr id="73" name="Group 43"/>
          <p:cNvGrpSpPr/>
          <p:nvPr/>
        </p:nvGrpSpPr>
        <p:grpSpPr>
          <a:xfrm>
            <a:off x="0" y="-8640"/>
            <a:ext cx="12191040" cy="6867360"/>
            <a:chOff x="0" y="-8640"/>
            <a:chExt cx="12191040" cy="6867360"/>
          </a:xfrm>
        </p:grpSpPr>
        <p:cxnSp>
          <p:nvCxnSpPr>
            <p:cNvPr id="74"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75"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7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8"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8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82"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3"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84"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F009B692-B97B-4CA4-8C18-683A2A644050}"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85"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86"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1C567612-1074-4DBE-9B94-AE8488FCDCA8}"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87" name="PlaceHolder 1"/>
          <p:cNvSpPr>
            <a:spLocks noGrp="1"/>
          </p:cNvSpPr>
          <p:nvPr>
            <p:ph type="title"/>
          </p:nvPr>
        </p:nvSpPr>
        <p:spPr>
          <a:xfrm>
            <a:off x="677160" y="1932120"/>
            <a:ext cx="8595720" cy="2594520"/>
          </a:xfrm>
          <a:prstGeom prst="rect">
            <a:avLst/>
          </a:prstGeom>
          <a:noFill/>
          <a:ln w="0">
            <a:noFill/>
          </a:ln>
        </p:spPr>
        <p:txBody>
          <a:bodyPr lIns="91440" tIns="45720" rIns="91440" bIns="45720" anchor="b">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chemeClr val="accent1"/>
              </a:solidFill>
              <a:effectLst/>
              <a:uFillTx/>
              <a:latin typeface="Trebuchet MS"/>
            </a:endParaRPr>
          </a:p>
        </p:txBody>
      </p:sp>
      <p:sp>
        <p:nvSpPr>
          <p:cNvPr id="88" name="PlaceHolder 2"/>
          <p:cNvSpPr>
            <a:spLocks noGrp="1"/>
          </p:cNvSpPr>
          <p:nvPr>
            <p:ph type="body"/>
          </p:nvPr>
        </p:nvSpPr>
        <p:spPr>
          <a:xfrm>
            <a:off x="677160" y="4527360"/>
            <a:ext cx="8595720" cy="1512720"/>
          </a:xfrm>
          <a:prstGeom prst="rect">
            <a:avLst/>
          </a:prstGeom>
          <a:noFill/>
          <a:ln w="0">
            <a:noFill/>
          </a:ln>
        </p:spPr>
        <p:txBody>
          <a:bodyPr lIns="91440" tIns="45720" rIns="91440" bIns="45720" anchor="t">
            <a:normAutofit/>
          </a:bodyPr>
          <a:lstStyle>
            <a:lvl1pPr marL="228600"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marL="228600"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p:txBody>
      </p:sp>
      <p:sp>
        <p:nvSpPr>
          <p:cNvPr id="89" name="PlaceHolder 3"/>
          <p:cNvSpPr>
            <a:spLocks noGrp="1"/>
          </p:cNvSpPr>
          <p:nvPr>
            <p:ph type="dt" idx="7"/>
          </p:nvPr>
        </p:nvSpPr>
        <p:spPr>
          <a:xfrm>
            <a:off x="7205040" y="6041520"/>
            <a:ext cx="9108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90" name="PlaceHolder 4"/>
          <p:cNvSpPr>
            <a:spLocks noGrp="1"/>
          </p:cNvSpPr>
          <p:nvPr>
            <p:ph type="ftr" idx="8"/>
          </p:nvPr>
        </p:nvSpPr>
        <p:spPr>
          <a:xfrm>
            <a:off x="677160" y="6041520"/>
            <a:ext cx="6296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91" name="PlaceHolder 5"/>
          <p:cNvSpPr>
            <a:spLocks noGrp="1"/>
          </p:cNvSpPr>
          <p:nvPr>
            <p:ph type="sldNum" idx="9"/>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EEE9BB22-6D66-4A5E-8F55-FB6523A90BB7}"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solidFill>
          <a:srgbClr val="FFFFFF"/>
        </a:solidFill>
      </p:bgPr>
    </p:bg>
    <p:spTree>
      <p:nvGrpSpPr>
        <p:cNvPr id="1" name=""/>
        <p:cNvGrpSpPr/>
        <p:nvPr/>
      </p:nvGrpSpPr>
      <p:grpSpPr>
        <a:xfrm>
          <a:off x="0" y="0"/>
          <a:ext cx="0" cy="0"/>
          <a:chOff x="0" y="0"/>
          <a:chExt cx="0" cy="0"/>
        </a:xfrm>
      </p:grpSpPr>
      <p:grpSp>
        <p:nvGrpSpPr>
          <p:cNvPr id="92" name="Group 43"/>
          <p:cNvGrpSpPr/>
          <p:nvPr/>
        </p:nvGrpSpPr>
        <p:grpSpPr>
          <a:xfrm>
            <a:off x="0" y="-8640"/>
            <a:ext cx="12191040" cy="6867360"/>
            <a:chOff x="0" y="-8640"/>
            <a:chExt cx="12191040" cy="6867360"/>
          </a:xfrm>
        </p:grpSpPr>
        <p:cxnSp>
          <p:nvCxnSpPr>
            <p:cNvPr id="93"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94"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95"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6"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7"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8"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9"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00"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01"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02"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103"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67D77808-9B19-4B5F-BCEE-BE5F9856240C}"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104"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05"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83528C61-792E-4806-837A-C95D7515A694}"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106" name="PlaceHolder 1"/>
          <p:cNvSpPr>
            <a:spLocks noGrp="1"/>
          </p:cNvSpPr>
          <p:nvPr>
            <p:ph type="title"/>
          </p:nvPr>
        </p:nvSpPr>
        <p:spPr>
          <a:xfrm>
            <a:off x="931320" y="609480"/>
            <a:ext cx="8093160" cy="302148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chemeClr val="accent1"/>
              </a:solidFill>
              <a:effectLst/>
              <a:uFillTx/>
              <a:latin typeface="Trebuchet MS"/>
            </a:endParaRPr>
          </a:p>
        </p:txBody>
      </p:sp>
      <p:sp>
        <p:nvSpPr>
          <p:cNvPr id="107" name="PlaceHolder 2"/>
          <p:cNvSpPr>
            <a:spLocks noGrp="1"/>
          </p:cNvSpPr>
          <p:nvPr>
            <p:ph type="body"/>
          </p:nvPr>
        </p:nvSpPr>
        <p:spPr>
          <a:xfrm>
            <a:off x="677160" y="4013280"/>
            <a:ext cx="8595720" cy="513000"/>
          </a:xfrm>
          <a:prstGeom prst="rect">
            <a:avLst/>
          </a:prstGeom>
          <a:noFill/>
          <a:ln w="0">
            <a:noFill/>
          </a:ln>
        </p:spPr>
        <p:txBody>
          <a:bodyPr lIns="91440" tIns="45720" rIns="91440" bIns="45720" anchor="b">
            <a:noAutofit/>
          </a:bodyPr>
          <a:lstStyle>
            <a:lvl1pPr marL="228600"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marL="228600"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chemeClr val="dk1">
                  <a:lumMod val="50000"/>
                  <a:lumOff val="50000"/>
                </a:schemeClr>
              </a:solidFill>
              <a:effectLst/>
              <a:uFillTx/>
              <a:latin typeface="Trebuchet MS"/>
            </a:endParaRPr>
          </a:p>
        </p:txBody>
      </p:sp>
      <p:sp>
        <p:nvSpPr>
          <p:cNvPr id="108" name="PlaceHolder 3"/>
          <p:cNvSpPr>
            <a:spLocks noGrp="1"/>
          </p:cNvSpPr>
          <p:nvPr>
            <p:ph type="body"/>
          </p:nvPr>
        </p:nvSpPr>
        <p:spPr>
          <a:xfrm>
            <a:off x="677160" y="4527360"/>
            <a:ext cx="8595720" cy="1512720"/>
          </a:xfrm>
          <a:prstGeom prst="rect">
            <a:avLst/>
          </a:prstGeom>
          <a:noFill/>
          <a:ln w="0">
            <a:noFill/>
          </a:ln>
        </p:spPr>
        <p:txBody>
          <a:bodyPr lIns="91440" tIns="45720" rIns="91440" bIns="45720" anchor="t">
            <a:normAutofit/>
          </a:bodyPr>
          <a:lstStyle>
            <a:lvl1pPr marL="228600" indent="0" algn="l" defTabSz="457200">
              <a:lnSpc>
                <a:spcPct val="100000"/>
              </a:lnSpc>
              <a:spcBef>
                <a:spcPts val="1001"/>
              </a:spcBef>
              <a:buNone/>
              <a:tabLst>
                <a:tab pos="0" algn="l"/>
              </a:tabLst>
              <a:defRPr lang="en-US" sz="1800" b="0" u="none" strike="noStrike">
                <a:solidFill>
                  <a:schemeClr val="dk1">
                    <a:lumMod val="50000"/>
                    <a:lumOff val="50000"/>
                  </a:schemeClr>
                </a:solidFill>
                <a:effectLst/>
                <a:uFillTx/>
                <a:latin typeface="Trebuchet MS"/>
              </a:defRPr>
            </a:lvl1pPr>
          </a:lstStyle>
          <a:p>
            <a:pPr marL="228600" indent="0" algn="l" defTabSz="457200">
              <a:lnSpc>
                <a:spcPct val="100000"/>
              </a:lnSpc>
              <a:spcBef>
                <a:spcPts val="1001"/>
              </a:spcBef>
              <a:buNone/>
              <a:tabLst>
                <a:tab pos="0" algn="l"/>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chemeClr val="dk1">
                  <a:lumMod val="50000"/>
                  <a:lumOff val="50000"/>
                </a:schemeClr>
              </a:solidFill>
              <a:effectLst/>
              <a:uFillTx/>
              <a:latin typeface="Trebuchet MS"/>
            </a:endParaRPr>
          </a:p>
        </p:txBody>
      </p:sp>
      <p:sp>
        <p:nvSpPr>
          <p:cNvPr id="109" name="PlaceHolder 4"/>
          <p:cNvSpPr>
            <a:spLocks noGrp="1"/>
          </p:cNvSpPr>
          <p:nvPr>
            <p:ph type="dt" idx="10"/>
          </p:nvPr>
        </p:nvSpPr>
        <p:spPr>
          <a:xfrm>
            <a:off x="7205040" y="6041520"/>
            <a:ext cx="9108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110" name="PlaceHolder 5"/>
          <p:cNvSpPr>
            <a:spLocks noGrp="1"/>
          </p:cNvSpPr>
          <p:nvPr>
            <p:ph type="ftr" idx="11"/>
          </p:nvPr>
        </p:nvSpPr>
        <p:spPr>
          <a:xfrm>
            <a:off x="677160" y="6041520"/>
            <a:ext cx="6296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11" name="PlaceHolder 6"/>
          <p:cNvSpPr>
            <a:spLocks noGrp="1"/>
          </p:cNvSpPr>
          <p:nvPr>
            <p:ph type="sldNum" idx="12"/>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CDC9A5F7-708A-466F-9E90-0817ECCD76F7}"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
        <p:nvSpPr>
          <p:cNvPr id="112" name="TextBox 23"/>
          <p:cNvSpPr/>
          <p:nvPr/>
        </p:nvSpPr>
        <p:spPr>
          <a:xfrm>
            <a:off x="541800" y="790200"/>
            <a:ext cx="608400" cy="58356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IN" sz="8000" b="0" u="none" strike="noStrike">
              <a:solidFill>
                <a:srgbClr val="000000"/>
              </a:solidFill>
              <a:effectLst/>
              <a:uFillTx/>
              <a:latin typeface="Arial"/>
            </a:endParaRPr>
          </a:p>
        </p:txBody>
      </p:sp>
      <p:sp>
        <p:nvSpPr>
          <p:cNvPr id="113" name="TextBox 24"/>
          <p:cNvSpPr/>
          <p:nvPr/>
        </p:nvSpPr>
        <p:spPr>
          <a:xfrm>
            <a:off x="8893080" y="2886480"/>
            <a:ext cx="608400" cy="58356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IN" sz="80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solidFill>
          <a:srgbClr val="FFFFFF"/>
        </a:solidFill>
      </p:bgPr>
    </p:bg>
    <p:spTree>
      <p:nvGrpSpPr>
        <p:cNvPr id="1" name=""/>
        <p:cNvGrpSpPr/>
        <p:nvPr/>
      </p:nvGrpSpPr>
      <p:grpSpPr>
        <a:xfrm>
          <a:off x="0" y="0"/>
          <a:ext cx="0" cy="0"/>
          <a:chOff x="0" y="0"/>
          <a:chExt cx="0" cy="0"/>
        </a:xfrm>
      </p:grpSpPr>
      <p:grpSp>
        <p:nvGrpSpPr>
          <p:cNvPr id="114" name="Group 43"/>
          <p:cNvGrpSpPr/>
          <p:nvPr/>
        </p:nvGrpSpPr>
        <p:grpSpPr>
          <a:xfrm>
            <a:off x="0" y="-8640"/>
            <a:ext cx="12191040" cy="6867360"/>
            <a:chOff x="0" y="-8640"/>
            <a:chExt cx="12191040" cy="6867360"/>
          </a:xfrm>
        </p:grpSpPr>
        <p:cxnSp>
          <p:nvCxnSpPr>
            <p:cNvPr id="115"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116"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117"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8"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9"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0"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1"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22"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23"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4"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125"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F43326E1-216F-4EA5-9130-5A19492B7D7C}"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126"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27"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7766164F-20C4-4A2E-836B-B7713D29EBCC}"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128" name="PlaceHolder 1"/>
          <p:cNvSpPr>
            <a:spLocks noGrp="1"/>
          </p:cNvSpPr>
          <p:nvPr>
            <p:ph type="title"/>
          </p:nvPr>
        </p:nvSpPr>
        <p:spPr>
          <a:xfrm>
            <a:off x="685800" y="609480"/>
            <a:ext cx="8587080" cy="302148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chemeClr val="accent1"/>
              </a:solidFill>
              <a:effectLst/>
              <a:uFillTx/>
              <a:latin typeface="Trebuchet MS"/>
            </a:endParaRPr>
          </a:p>
        </p:txBody>
      </p:sp>
      <p:sp>
        <p:nvSpPr>
          <p:cNvPr id="129" name="PlaceHolder 2"/>
          <p:cNvSpPr>
            <a:spLocks noGrp="1"/>
          </p:cNvSpPr>
          <p:nvPr>
            <p:ph type="body"/>
          </p:nvPr>
        </p:nvSpPr>
        <p:spPr>
          <a:xfrm>
            <a:off x="677160" y="4013280"/>
            <a:ext cx="8595720" cy="513000"/>
          </a:xfrm>
          <a:prstGeom prst="rect">
            <a:avLst/>
          </a:prstGeom>
          <a:noFill/>
          <a:ln w="0">
            <a:noFill/>
          </a:ln>
        </p:spPr>
        <p:txBody>
          <a:bodyPr lIns="91440" tIns="45720" rIns="91440" bIns="45720" anchor="b">
            <a:noAutofit/>
          </a:bodyPr>
          <a:lstStyle>
            <a:lvl1pPr marL="228600" indent="0" algn="l" defTabSz="457200">
              <a:lnSpc>
                <a:spcPct val="100000"/>
              </a:lnSpc>
              <a:spcBef>
                <a:spcPts val="1001"/>
              </a:spcBef>
              <a:buNone/>
              <a:tabLst>
                <a:tab pos="0" algn="l"/>
              </a:tabLst>
              <a:defRPr lang="en-US" sz="2400" b="0" u="none" strike="noStrike">
                <a:solidFill>
                  <a:schemeClr val="accent1"/>
                </a:solidFill>
                <a:effectLst/>
                <a:uFillTx/>
                <a:latin typeface="Trebuchet MS"/>
              </a:defRPr>
            </a:lvl1pPr>
          </a:lstStyle>
          <a:p>
            <a:pPr marL="228600" indent="0" algn="l" defTabSz="457200">
              <a:lnSpc>
                <a:spcPct val="100000"/>
              </a:lnSpc>
              <a:spcBef>
                <a:spcPts val="1001"/>
              </a:spcBef>
              <a:buNone/>
              <a:tabLst>
                <a:tab pos="0" algn="l"/>
              </a:tabLst>
            </a:pPr>
            <a:r>
              <a:rPr lang="en-US" sz="2400" b="0" u="none" strike="noStrike">
                <a:solidFill>
                  <a:schemeClr val="accent1"/>
                </a:solidFill>
                <a:effectLst/>
                <a:uFillTx/>
                <a:latin typeface="Trebuchet MS"/>
              </a:rPr>
              <a:t>Click to edit Master text styles</a:t>
            </a:r>
            <a:endParaRPr lang="en-US" sz="2400" b="0" u="none" strike="noStrike">
              <a:solidFill>
                <a:schemeClr val="dk1">
                  <a:lumMod val="50000"/>
                  <a:lumOff val="50000"/>
                </a:schemeClr>
              </a:solidFill>
              <a:effectLst/>
              <a:uFillTx/>
              <a:latin typeface="Trebuchet MS"/>
            </a:endParaRPr>
          </a:p>
        </p:txBody>
      </p:sp>
      <p:sp>
        <p:nvSpPr>
          <p:cNvPr id="130" name="PlaceHolder 3"/>
          <p:cNvSpPr>
            <a:spLocks noGrp="1"/>
          </p:cNvSpPr>
          <p:nvPr>
            <p:ph type="body"/>
          </p:nvPr>
        </p:nvSpPr>
        <p:spPr>
          <a:xfrm>
            <a:off x="677160" y="4527360"/>
            <a:ext cx="8595720" cy="1512720"/>
          </a:xfrm>
          <a:prstGeom prst="rect">
            <a:avLst/>
          </a:prstGeom>
          <a:noFill/>
          <a:ln w="0">
            <a:noFill/>
          </a:ln>
        </p:spPr>
        <p:txBody>
          <a:bodyPr lIns="91440" tIns="45720" rIns="91440" bIns="45720" anchor="t">
            <a:normAutofit/>
          </a:bodyPr>
          <a:lstStyle>
            <a:lvl1pPr marL="228600" indent="0" algn="l" defTabSz="457200">
              <a:lnSpc>
                <a:spcPct val="100000"/>
              </a:lnSpc>
              <a:spcBef>
                <a:spcPts val="1001"/>
              </a:spcBef>
              <a:buNone/>
              <a:tabLst>
                <a:tab pos="0" algn="l"/>
              </a:tabLst>
              <a:defRPr lang="en-US" sz="1800" b="0" u="none" strike="noStrike">
                <a:solidFill>
                  <a:schemeClr val="dk1">
                    <a:lumMod val="50000"/>
                    <a:lumOff val="50000"/>
                  </a:schemeClr>
                </a:solidFill>
                <a:effectLst/>
                <a:uFillTx/>
                <a:latin typeface="Trebuchet MS"/>
              </a:defRPr>
            </a:lvl1pPr>
          </a:lstStyle>
          <a:p>
            <a:pPr marL="228600" indent="0" algn="l" defTabSz="457200">
              <a:lnSpc>
                <a:spcPct val="100000"/>
              </a:lnSpc>
              <a:spcBef>
                <a:spcPts val="1001"/>
              </a:spcBef>
              <a:buNone/>
              <a:tabLst>
                <a:tab pos="0" algn="l"/>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chemeClr val="dk1">
                  <a:lumMod val="50000"/>
                  <a:lumOff val="50000"/>
                </a:schemeClr>
              </a:solidFill>
              <a:effectLst/>
              <a:uFillTx/>
              <a:latin typeface="Trebuchet MS"/>
            </a:endParaRPr>
          </a:p>
        </p:txBody>
      </p:sp>
      <p:sp>
        <p:nvSpPr>
          <p:cNvPr id="131" name="PlaceHolder 4"/>
          <p:cNvSpPr>
            <a:spLocks noGrp="1"/>
          </p:cNvSpPr>
          <p:nvPr>
            <p:ph type="dt" idx="13"/>
          </p:nvPr>
        </p:nvSpPr>
        <p:spPr>
          <a:xfrm>
            <a:off x="7205040" y="6041520"/>
            <a:ext cx="9108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132" name="PlaceHolder 5"/>
          <p:cNvSpPr>
            <a:spLocks noGrp="1"/>
          </p:cNvSpPr>
          <p:nvPr>
            <p:ph type="ftr" idx="14"/>
          </p:nvPr>
        </p:nvSpPr>
        <p:spPr>
          <a:xfrm>
            <a:off x="677160" y="6041520"/>
            <a:ext cx="6296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33" name="PlaceHolder 6"/>
          <p:cNvSpPr>
            <a:spLocks noGrp="1"/>
          </p:cNvSpPr>
          <p:nvPr>
            <p:ph type="sldNum" idx="15"/>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E0C64C24-D335-44B6-B007-33E01D571B32}"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grpSp>
        <p:nvGrpSpPr>
          <p:cNvPr id="134" name="Group 43"/>
          <p:cNvGrpSpPr/>
          <p:nvPr/>
        </p:nvGrpSpPr>
        <p:grpSpPr>
          <a:xfrm>
            <a:off x="0" y="-8640"/>
            <a:ext cx="12191040" cy="6867360"/>
            <a:chOff x="0" y="-8640"/>
            <a:chExt cx="12191040" cy="6867360"/>
          </a:xfrm>
        </p:grpSpPr>
        <p:cxnSp>
          <p:nvCxnSpPr>
            <p:cNvPr id="135"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136"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137"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8"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9"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40"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41"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42"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43"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44"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145"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3353023F-B238-4849-BD11-095F629AE9AC}"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146"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47"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F448E247-E78C-4707-BE17-780776C4EA7B}"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148" name="PlaceHolder 1"/>
          <p:cNvSpPr>
            <a:spLocks noGrp="1"/>
          </p:cNvSpPr>
          <p:nvPr>
            <p:ph type="title"/>
          </p:nvPr>
        </p:nvSpPr>
        <p:spPr>
          <a:xfrm>
            <a:off x="677160" y="609480"/>
            <a:ext cx="8595720" cy="13197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149" name="PlaceHolder 2"/>
          <p:cNvSpPr>
            <a:spLocks noGrp="1"/>
          </p:cNvSpPr>
          <p:nvPr>
            <p:ph type="body"/>
          </p:nvPr>
        </p:nvSpPr>
        <p:spPr>
          <a:xfrm>
            <a:off x="677160" y="2160720"/>
            <a:ext cx="8595720" cy="3879720"/>
          </a:xfrm>
          <a:prstGeom prst="rect">
            <a:avLst/>
          </a:prstGeom>
          <a:noFill/>
          <a:ln w="0">
            <a:noFill/>
          </a:ln>
        </p:spPr>
        <p:txBody>
          <a:bodyPr lIns="91440" tIns="45720" rIns="91440" bIns="45720" anchor="t" vert="eaVe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150" name="PlaceHolder 3"/>
          <p:cNvSpPr>
            <a:spLocks noGrp="1"/>
          </p:cNvSpPr>
          <p:nvPr>
            <p:ph type="dt" idx="16"/>
          </p:nvPr>
        </p:nvSpPr>
        <p:spPr>
          <a:xfrm>
            <a:off x="7205040" y="6041520"/>
            <a:ext cx="9108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151" name="PlaceHolder 4"/>
          <p:cNvSpPr>
            <a:spLocks noGrp="1"/>
          </p:cNvSpPr>
          <p:nvPr>
            <p:ph type="ftr" idx="17"/>
          </p:nvPr>
        </p:nvSpPr>
        <p:spPr>
          <a:xfrm>
            <a:off x="677160" y="6041520"/>
            <a:ext cx="6296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52" name="PlaceHolder 5"/>
          <p:cNvSpPr>
            <a:spLocks noGrp="1"/>
          </p:cNvSpPr>
          <p:nvPr>
            <p:ph type="sldNum" idx="18"/>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8F78F719-3ACA-4BB2-A70A-ADD9B36AB45E}"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grpSp>
        <p:nvGrpSpPr>
          <p:cNvPr id="153" name="Group 43"/>
          <p:cNvGrpSpPr/>
          <p:nvPr/>
        </p:nvGrpSpPr>
        <p:grpSpPr>
          <a:xfrm>
            <a:off x="0" y="-8640"/>
            <a:ext cx="12191040" cy="6867360"/>
            <a:chOff x="0" y="-8640"/>
            <a:chExt cx="12191040" cy="6867360"/>
          </a:xfrm>
        </p:grpSpPr>
        <p:cxnSp>
          <p:nvCxnSpPr>
            <p:cNvPr id="154"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155"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15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8"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6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62"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3"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164"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627F3007-111D-4A04-8A17-A8E7F4D7130D}"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165"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66"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A553265B-05C7-41F3-B6C8-1842FEA15DCC}"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167" name="PlaceHolder 1"/>
          <p:cNvSpPr>
            <a:spLocks noGrp="1"/>
          </p:cNvSpPr>
          <p:nvPr>
            <p:ph type="title"/>
          </p:nvPr>
        </p:nvSpPr>
        <p:spPr>
          <a:xfrm>
            <a:off x="7967520" y="609480"/>
            <a:ext cx="1303560" cy="5250240"/>
          </a:xfrm>
          <a:prstGeom prst="rect">
            <a:avLst/>
          </a:prstGeom>
          <a:noFill/>
          <a:ln w="0">
            <a:noFill/>
          </a:ln>
        </p:spPr>
        <p:txBody>
          <a:bodyPr lIns="91440" tIns="45720" rIns="91440" bIns="45720" anchor="ctr" vert="eaVe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168" name="PlaceHolder 2"/>
          <p:cNvSpPr>
            <a:spLocks noGrp="1"/>
          </p:cNvSpPr>
          <p:nvPr>
            <p:ph type="body"/>
          </p:nvPr>
        </p:nvSpPr>
        <p:spPr>
          <a:xfrm>
            <a:off x="677160" y="609480"/>
            <a:ext cx="7059240" cy="5250240"/>
          </a:xfrm>
          <a:prstGeom prst="rect">
            <a:avLst/>
          </a:prstGeom>
          <a:noFill/>
          <a:ln w="0">
            <a:noFill/>
          </a:ln>
        </p:spPr>
        <p:txBody>
          <a:bodyPr lIns="91440" tIns="45720" rIns="91440" bIns="45720" anchor="t" vert="eaVe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169" name="PlaceHolder 3"/>
          <p:cNvSpPr>
            <a:spLocks noGrp="1"/>
          </p:cNvSpPr>
          <p:nvPr>
            <p:ph type="dt" idx="19"/>
          </p:nvPr>
        </p:nvSpPr>
        <p:spPr>
          <a:xfrm>
            <a:off x="7205040" y="6041520"/>
            <a:ext cx="9108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170" name="PlaceHolder 4"/>
          <p:cNvSpPr>
            <a:spLocks noGrp="1"/>
          </p:cNvSpPr>
          <p:nvPr>
            <p:ph type="ftr" idx="20"/>
          </p:nvPr>
        </p:nvSpPr>
        <p:spPr>
          <a:xfrm>
            <a:off x="677160" y="6041520"/>
            <a:ext cx="6296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71" name="PlaceHolder 5"/>
          <p:cNvSpPr>
            <a:spLocks noGrp="1"/>
          </p:cNvSpPr>
          <p:nvPr>
            <p:ph type="sldNum" idx="21"/>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8BB8EC0D-A8DD-4841-B1B1-D3EC9BD83804}"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grpSp>
        <p:nvGrpSpPr>
          <p:cNvPr id="172" name="Group 43"/>
          <p:cNvGrpSpPr/>
          <p:nvPr/>
        </p:nvGrpSpPr>
        <p:grpSpPr>
          <a:xfrm>
            <a:off x="0" y="-8640"/>
            <a:ext cx="12191040" cy="6867360"/>
            <a:chOff x="0" y="-8640"/>
            <a:chExt cx="12191040" cy="6867360"/>
          </a:xfrm>
        </p:grpSpPr>
        <p:cxnSp>
          <p:nvCxnSpPr>
            <p:cNvPr id="173"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174"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175"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6"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7"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8"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9"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80"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81"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82"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183"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DAE85845-239D-4EED-B482-31DB5A7412ED}"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184"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85"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3B4D3068-55DF-402D-B9C9-3E5611934405}"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186" name="PlaceHolder 1"/>
          <p:cNvSpPr>
            <a:spLocks noGrp="1"/>
          </p:cNvSpPr>
          <p:nvPr>
            <p:ph type="title"/>
          </p:nvPr>
        </p:nvSpPr>
        <p:spPr>
          <a:xfrm>
            <a:off x="677160" y="609480"/>
            <a:ext cx="8595720" cy="13197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187" name="PlaceHolder 2"/>
          <p:cNvSpPr>
            <a:spLocks noGrp="1"/>
          </p:cNvSpPr>
          <p:nvPr>
            <p:ph type="body"/>
          </p:nvPr>
        </p:nvSpPr>
        <p:spPr>
          <a:xfrm>
            <a:off x="677160" y="2160720"/>
            <a:ext cx="8595720" cy="387972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188" name="PlaceHolder 3"/>
          <p:cNvSpPr>
            <a:spLocks noGrp="1"/>
          </p:cNvSpPr>
          <p:nvPr>
            <p:ph type="dt" idx="22"/>
          </p:nvPr>
        </p:nvSpPr>
        <p:spPr>
          <a:xfrm>
            <a:off x="7205040" y="6041520"/>
            <a:ext cx="9108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189" name="PlaceHolder 4"/>
          <p:cNvSpPr>
            <a:spLocks noGrp="1"/>
          </p:cNvSpPr>
          <p:nvPr>
            <p:ph type="ftr" idx="23"/>
          </p:nvPr>
        </p:nvSpPr>
        <p:spPr>
          <a:xfrm>
            <a:off x="677160" y="6041520"/>
            <a:ext cx="6296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90" name="PlaceHolder 5"/>
          <p:cNvSpPr>
            <a:spLocks noGrp="1"/>
          </p:cNvSpPr>
          <p:nvPr>
            <p:ph type="sldNum" idx="24"/>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E6ECA2A3-4F92-49EA-9C46-338C7991C537}"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grpSp>
        <p:nvGrpSpPr>
          <p:cNvPr id="191" name="Group 43"/>
          <p:cNvGrpSpPr/>
          <p:nvPr/>
        </p:nvGrpSpPr>
        <p:grpSpPr>
          <a:xfrm>
            <a:off x="0" y="-8640"/>
            <a:ext cx="12191040" cy="6867360"/>
            <a:chOff x="0" y="-8640"/>
            <a:chExt cx="12191040" cy="6867360"/>
          </a:xfrm>
        </p:grpSpPr>
        <p:cxnSp>
          <p:nvCxnSpPr>
            <p:cNvPr id="192"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193"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19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6"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9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00"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01"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202"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1CF35E58-5EE0-4ECA-A3E4-408216CFD338}"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203"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204"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90A28C6A-1F84-46E4-A28C-9FC5EB6561A6}"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205" name="PlaceHolder 1"/>
          <p:cNvSpPr>
            <a:spLocks noGrp="1"/>
          </p:cNvSpPr>
          <p:nvPr>
            <p:ph type="title"/>
          </p:nvPr>
        </p:nvSpPr>
        <p:spPr>
          <a:xfrm>
            <a:off x="677160" y="2700720"/>
            <a:ext cx="8595720" cy="18255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40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000" b="0" u="none" strike="noStrike">
                <a:solidFill>
                  <a:schemeClr val="accent1"/>
                </a:solidFill>
                <a:effectLst/>
                <a:uFillTx/>
                <a:latin typeface="Trebuchet MS"/>
              </a:rPr>
              <a:t>Click to edit Master title style</a:t>
            </a:r>
            <a:endParaRPr lang="en-US" sz="4000" b="0" u="none" strike="noStrike">
              <a:solidFill>
                <a:schemeClr val="accent1"/>
              </a:solidFill>
              <a:effectLst/>
              <a:uFillTx/>
              <a:latin typeface="Trebuchet MS"/>
            </a:endParaRPr>
          </a:p>
        </p:txBody>
      </p:sp>
      <p:sp>
        <p:nvSpPr>
          <p:cNvPr id="206" name="PlaceHolder 2"/>
          <p:cNvSpPr>
            <a:spLocks noGrp="1"/>
          </p:cNvSpPr>
          <p:nvPr>
            <p:ph type="body"/>
          </p:nvPr>
        </p:nvSpPr>
        <p:spPr>
          <a:xfrm>
            <a:off x="677160" y="4527360"/>
            <a:ext cx="8595720" cy="859320"/>
          </a:xfrm>
          <a:prstGeom prst="rect">
            <a:avLst/>
          </a:prstGeom>
          <a:noFill/>
          <a:ln w="0">
            <a:noFill/>
          </a:ln>
        </p:spPr>
        <p:txBody>
          <a:bodyPr lIns="91440" tIns="45720" rIns="91440" bIns="45720" anchor="t">
            <a:noAutofit/>
          </a:bodyPr>
          <a:lstStyle>
            <a:lvl1pPr marL="228600" indent="0" algn="l" defTabSz="457200">
              <a:lnSpc>
                <a:spcPct val="100000"/>
              </a:lnSpc>
              <a:spcBef>
                <a:spcPts val="1001"/>
              </a:spcBef>
              <a:buNone/>
              <a:tabLst>
                <a:tab pos="0" algn="l"/>
              </a:tabLst>
              <a:defRPr lang="en-US" sz="2000" b="0" u="none" strike="noStrike">
                <a:solidFill>
                  <a:schemeClr val="dk1">
                    <a:lumMod val="50000"/>
                    <a:lumOff val="50000"/>
                  </a:schemeClr>
                </a:solidFill>
                <a:effectLst/>
                <a:uFillTx/>
                <a:latin typeface="Trebuchet MS"/>
              </a:defRPr>
            </a:lvl1pPr>
          </a:lstStyle>
          <a:p>
            <a:pPr marL="228600" indent="0" algn="l" defTabSz="457200">
              <a:lnSpc>
                <a:spcPct val="100000"/>
              </a:lnSpc>
              <a:spcBef>
                <a:spcPts val="1001"/>
              </a:spcBef>
              <a:buNone/>
              <a:tabLst>
                <a:tab pos="0" algn="l"/>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chemeClr val="dk1">
                  <a:lumMod val="50000"/>
                  <a:lumOff val="50000"/>
                </a:schemeClr>
              </a:solidFill>
              <a:effectLst/>
              <a:uFillTx/>
              <a:latin typeface="Trebuchet MS"/>
            </a:endParaRPr>
          </a:p>
        </p:txBody>
      </p:sp>
      <p:sp>
        <p:nvSpPr>
          <p:cNvPr id="207" name="PlaceHolder 3"/>
          <p:cNvSpPr>
            <a:spLocks noGrp="1"/>
          </p:cNvSpPr>
          <p:nvPr>
            <p:ph type="dt" idx="25"/>
          </p:nvPr>
        </p:nvSpPr>
        <p:spPr>
          <a:xfrm>
            <a:off x="7205040" y="6041520"/>
            <a:ext cx="9108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208" name="PlaceHolder 4"/>
          <p:cNvSpPr>
            <a:spLocks noGrp="1"/>
          </p:cNvSpPr>
          <p:nvPr>
            <p:ph type="ftr" idx="26"/>
          </p:nvPr>
        </p:nvSpPr>
        <p:spPr>
          <a:xfrm>
            <a:off x="677160" y="6041520"/>
            <a:ext cx="6296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09" name="PlaceHolder 5"/>
          <p:cNvSpPr>
            <a:spLocks noGrp="1"/>
          </p:cNvSpPr>
          <p:nvPr>
            <p:ph type="sldNum" idx="27"/>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4F39F2E5-1919-4467-85AC-5FA4F9B27C68}"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grpSp>
        <p:nvGrpSpPr>
          <p:cNvPr id="210" name="Group 43"/>
          <p:cNvGrpSpPr/>
          <p:nvPr/>
        </p:nvGrpSpPr>
        <p:grpSpPr>
          <a:xfrm>
            <a:off x="0" y="-8640"/>
            <a:ext cx="12191040" cy="6867360"/>
            <a:chOff x="0" y="-8640"/>
            <a:chExt cx="12191040" cy="6867360"/>
          </a:xfrm>
        </p:grpSpPr>
        <p:cxnSp>
          <p:nvCxnSpPr>
            <p:cNvPr id="211"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212"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213"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4"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5"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6"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7"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18"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19"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20"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221"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18D519B7-56DD-4CF3-938B-A7DF5082761E}"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222"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223"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56AFCC3B-E13E-43B5-AF00-DCC6232C2351}"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224" name="PlaceHolder 1"/>
          <p:cNvSpPr>
            <a:spLocks noGrp="1"/>
          </p:cNvSpPr>
          <p:nvPr>
            <p:ph type="title"/>
          </p:nvPr>
        </p:nvSpPr>
        <p:spPr>
          <a:xfrm>
            <a:off x="677160" y="609480"/>
            <a:ext cx="8595720" cy="13197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225" name="PlaceHolder 2"/>
          <p:cNvSpPr>
            <a:spLocks noGrp="1"/>
          </p:cNvSpPr>
          <p:nvPr>
            <p:ph type="body"/>
          </p:nvPr>
        </p:nvSpPr>
        <p:spPr>
          <a:xfrm>
            <a:off x="677160" y="2160720"/>
            <a:ext cx="4182840" cy="387972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226" name="PlaceHolder 3"/>
          <p:cNvSpPr>
            <a:spLocks noGrp="1"/>
          </p:cNvSpPr>
          <p:nvPr>
            <p:ph type="body"/>
          </p:nvPr>
        </p:nvSpPr>
        <p:spPr>
          <a:xfrm>
            <a:off x="5090040" y="2160720"/>
            <a:ext cx="4182840" cy="387972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227" name="PlaceHolder 4"/>
          <p:cNvSpPr>
            <a:spLocks noGrp="1"/>
          </p:cNvSpPr>
          <p:nvPr>
            <p:ph type="dt" idx="28"/>
          </p:nvPr>
        </p:nvSpPr>
        <p:spPr>
          <a:xfrm>
            <a:off x="7205040" y="6041520"/>
            <a:ext cx="9108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228" name="PlaceHolder 5"/>
          <p:cNvSpPr>
            <a:spLocks noGrp="1"/>
          </p:cNvSpPr>
          <p:nvPr>
            <p:ph type="ftr" idx="29"/>
          </p:nvPr>
        </p:nvSpPr>
        <p:spPr>
          <a:xfrm>
            <a:off x="677160" y="6041520"/>
            <a:ext cx="6296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29" name="PlaceHolder 6"/>
          <p:cNvSpPr>
            <a:spLocks noGrp="1"/>
          </p:cNvSpPr>
          <p:nvPr>
            <p:ph type="sldNum" idx="30"/>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465E1087-D21F-409D-81A9-14267A90C516}"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grpSp>
        <p:nvGrpSpPr>
          <p:cNvPr id="230" name="Group 43"/>
          <p:cNvGrpSpPr/>
          <p:nvPr/>
        </p:nvGrpSpPr>
        <p:grpSpPr>
          <a:xfrm>
            <a:off x="0" y="-8640"/>
            <a:ext cx="12191040" cy="6867360"/>
            <a:chOff x="0" y="-8640"/>
            <a:chExt cx="12191040" cy="6867360"/>
          </a:xfrm>
        </p:grpSpPr>
        <p:cxnSp>
          <p:nvCxnSpPr>
            <p:cNvPr id="231"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232"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233"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4"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5"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6"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7"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38"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39"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40"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241"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7019BFD3-9980-4D90-B0DA-8884BD6B8570}"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242"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243"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8146076F-90D9-442D-9307-011D745257D5}"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244" name="PlaceHolder 1"/>
          <p:cNvSpPr>
            <a:spLocks noGrp="1"/>
          </p:cNvSpPr>
          <p:nvPr>
            <p:ph type="title"/>
          </p:nvPr>
        </p:nvSpPr>
        <p:spPr>
          <a:xfrm>
            <a:off x="677160" y="609480"/>
            <a:ext cx="8595720" cy="13197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245" name="PlaceHolder 2"/>
          <p:cNvSpPr>
            <a:spLocks noGrp="1"/>
          </p:cNvSpPr>
          <p:nvPr>
            <p:ph type="body"/>
          </p:nvPr>
        </p:nvSpPr>
        <p:spPr>
          <a:xfrm>
            <a:off x="675720" y="2161080"/>
            <a:ext cx="4184640" cy="575280"/>
          </a:xfrm>
          <a:prstGeom prst="rect">
            <a:avLst/>
          </a:prstGeom>
          <a:noFill/>
          <a:ln w="0">
            <a:noFill/>
          </a:ln>
        </p:spPr>
        <p:txBody>
          <a:bodyPr lIns="91440" tIns="45720" rIns="91440" bIns="45720" anchor="b">
            <a:noAutofit/>
          </a:bodyPr>
          <a:lstStyle>
            <a:lvl1pPr marL="228600"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marL="228600"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chemeClr val="dk1">
                  <a:lumMod val="75000"/>
                  <a:lumOff val="25000"/>
                </a:schemeClr>
              </a:solidFill>
              <a:effectLst/>
              <a:uFillTx/>
              <a:latin typeface="Trebuchet MS"/>
            </a:endParaRPr>
          </a:p>
        </p:txBody>
      </p:sp>
      <p:sp>
        <p:nvSpPr>
          <p:cNvPr id="246" name="PlaceHolder 3"/>
          <p:cNvSpPr>
            <a:spLocks noGrp="1"/>
          </p:cNvSpPr>
          <p:nvPr>
            <p:ph type="body"/>
          </p:nvPr>
        </p:nvSpPr>
        <p:spPr>
          <a:xfrm>
            <a:off x="675720" y="2737080"/>
            <a:ext cx="4184640" cy="330300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5FCBEF"/>
              </a:buClr>
              <a:buSzPct val="80000"/>
              <a:buFont typeface="Wingdings 3" charset="2"/>
              <a:buChar char=""/>
              <a:tabLst>
                <a:tab pos="0" algn="l"/>
              </a:tabLst>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tabLst>
                <a:tab pos="0" algn="l"/>
              </a:tabLst>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tabLst>
                <a:tab pos="0" algn="l"/>
              </a:tabLst>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tabLst>
                <a:tab pos="0" algn="l"/>
              </a:tabLst>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tabLst>
                <a:tab pos="0" algn="l"/>
              </a:tabLst>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tabLst>
                <a:tab pos="0" algn="l"/>
              </a:tabLst>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tabLst>
                <a:tab pos="0" algn="l"/>
              </a:tabLst>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tabLst>
                <a:tab pos="0" algn="l"/>
              </a:tabLst>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tabLst>
                <a:tab pos="0" algn="l"/>
              </a:tabLst>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247" name="PlaceHolder 4"/>
          <p:cNvSpPr>
            <a:spLocks noGrp="1"/>
          </p:cNvSpPr>
          <p:nvPr>
            <p:ph type="body"/>
          </p:nvPr>
        </p:nvSpPr>
        <p:spPr>
          <a:xfrm>
            <a:off x="5088240" y="2161080"/>
            <a:ext cx="4184640" cy="575280"/>
          </a:xfrm>
          <a:prstGeom prst="rect">
            <a:avLst/>
          </a:prstGeom>
          <a:noFill/>
          <a:ln w="0">
            <a:noFill/>
          </a:ln>
        </p:spPr>
        <p:txBody>
          <a:bodyPr lIns="91440" tIns="45720" rIns="91440" bIns="45720" anchor="b">
            <a:noAutofit/>
          </a:bodyPr>
          <a:lstStyle>
            <a:lvl1pPr marL="228600"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marL="228600"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chemeClr val="dk1">
                  <a:lumMod val="75000"/>
                  <a:lumOff val="25000"/>
                </a:schemeClr>
              </a:solidFill>
              <a:effectLst/>
              <a:uFillTx/>
              <a:latin typeface="Trebuchet MS"/>
            </a:endParaRPr>
          </a:p>
        </p:txBody>
      </p:sp>
      <p:sp>
        <p:nvSpPr>
          <p:cNvPr id="248" name="PlaceHolder 5"/>
          <p:cNvSpPr>
            <a:spLocks noGrp="1"/>
          </p:cNvSpPr>
          <p:nvPr>
            <p:ph type="body"/>
          </p:nvPr>
        </p:nvSpPr>
        <p:spPr>
          <a:xfrm>
            <a:off x="5088240" y="2737080"/>
            <a:ext cx="4184640" cy="330300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5FCBEF"/>
              </a:buClr>
              <a:buSzPct val="80000"/>
              <a:buFont typeface="Wingdings 3" charset="2"/>
              <a:buChar char=""/>
              <a:tabLst>
                <a:tab pos="0" algn="l"/>
              </a:tabLst>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tabLst>
                <a:tab pos="0" algn="l"/>
              </a:tabLst>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tabLst>
                <a:tab pos="0" algn="l"/>
              </a:tabLst>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tabLst>
                <a:tab pos="0" algn="l"/>
              </a:tabLst>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tabLst>
                <a:tab pos="0" algn="l"/>
              </a:tabLst>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tabLst>
                <a:tab pos="0" algn="l"/>
              </a:tabLst>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tabLst>
                <a:tab pos="0" algn="l"/>
              </a:tabLst>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tabLst>
                <a:tab pos="0" algn="l"/>
              </a:tabLst>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tabLst>
                <a:tab pos="0" algn="l"/>
              </a:tabLst>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249" name="PlaceHolder 6"/>
          <p:cNvSpPr>
            <a:spLocks noGrp="1"/>
          </p:cNvSpPr>
          <p:nvPr>
            <p:ph type="dt" idx="31"/>
          </p:nvPr>
        </p:nvSpPr>
        <p:spPr>
          <a:xfrm>
            <a:off x="7205040" y="6041520"/>
            <a:ext cx="9108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250" name="PlaceHolder 7"/>
          <p:cNvSpPr>
            <a:spLocks noGrp="1"/>
          </p:cNvSpPr>
          <p:nvPr>
            <p:ph type="ftr" idx="32"/>
          </p:nvPr>
        </p:nvSpPr>
        <p:spPr>
          <a:xfrm>
            <a:off x="677160" y="6041520"/>
            <a:ext cx="6296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51" name="PlaceHolder 8"/>
          <p:cNvSpPr>
            <a:spLocks noGrp="1"/>
          </p:cNvSpPr>
          <p:nvPr>
            <p:ph type="sldNum" idx="33"/>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C9861B05-A273-4643-A983-E5AE3A1F7BDC}"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grpSp>
        <p:nvGrpSpPr>
          <p:cNvPr id="252" name="Group 43"/>
          <p:cNvGrpSpPr/>
          <p:nvPr/>
        </p:nvGrpSpPr>
        <p:grpSpPr>
          <a:xfrm>
            <a:off x="0" y="-8640"/>
            <a:ext cx="12191040" cy="6867360"/>
            <a:chOff x="0" y="-8640"/>
            <a:chExt cx="12191040" cy="6867360"/>
          </a:xfrm>
        </p:grpSpPr>
        <p:cxnSp>
          <p:nvCxnSpPr>
            <p:cNvPr id="253"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254"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255"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6"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7"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8"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9"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60"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61"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62"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263"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7C36854F-7686-4073-939F-26A6E1CF9D4C}"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264"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265"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F5EEFBF8-DED7-4F83-B6DC-85A8F92E059A}"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266" name="PlaceHolder 1"/>
          <p:cNvSpPr>
            <a:spLocks noGrp="1"/>
          </p:cNvSpPr>
          <p:nvPr>
            <p:ph type="title"/>
          </p:nvPr>
        </p:nvSpPr>
        <p:spPr>
          <a:xfrm>
            <a:off x="677160" y="609480"/>
            <a:ext cx="8595720" cy="13197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267" name="PlaceHolder 2"/>
          <p:cNvSpPr>
            <a:spLocks noGrp="1"/>
          </p:cNvSpPr>
          <p:nvPr>
            <p:ph type="dt" idx="34"/>
          </p:nvPr>
        </p:nvSpPr>
        <p:spPr>
          <a:xfrm>
            <a:off x="7205040" y="6041520"/>
            <a:ext cx="9108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268" name="PlaceHolder 3"/>
          <p:cNvSpPr>
            <a:spLocks noGrp="1"/>
          </p:cNvSpPr>
          <p:nvPr>
            <p:ph type="ftr" idx="35"/>
          </p:nvPr>
        </p:nvSpPr>
        <p:spPr>
          <a:xfrm>
            <a:off x="677160" y="6041520"/>
            <a:ext cx="6296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69" name="PlaceHolder 4"/>
          <p:cNvSpPr>
            <a:spLocks noGrp="1"/>
          </p:cNvSpPr>
          <p:nvPr>
            <p:ph type="sldNum" idx="36"/>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D7C70AC3-B735-45DF-8593-35CEB4BB5113}"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grpSp>
        <p:nvGrpSpPr>
          <p:cNvPr id="270" name="Group 43"/>
          <p:cNvGrpSpPr/>
          <p:nvPr/>
        </p:nvGrpSpPr>
        <p:grpSpPr>
          <a:xfrm>
            <a:off x="0" y="-8640"/>
            <a:ext cx="12191040" cy="6867360"/>
            <a:chOff x="0" y="-8640"/>
            <a:chExt cx="12191040" cy="6867360"/>
          </a:xfrm>
        </p:grpSpPr>
        <p:cxnSp>
          <p:nvCxnSpPr>
            <p:cNvPr id="271"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272"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273"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4"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5"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6"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7"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78"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79"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0"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281"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BE40B9DF-FB0D-4911-8669-A4B9E80490DF}"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282"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283"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35E87824-A1DD-45E9-9C92-9620581D072F}"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284" name="PlaceHolder 1"/>
          <p:cNvSpPr>
            <a:spLocks noGrp="1"/>
          </p:cNvSpPr>
          <p:nvPr>
            <p:ph type="dt" idx="37"/>
          </p:nvPr>
        </p:nvSpPr>
        <p:spPr>
          <a:xfrm>
            <a:off x="7205040" y="6041520"/>
            <a:ext cx="9108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285" name="PlaceHolder 2"/>
          <p:cNvSpPr>
            <a:spLocks noGrp="1"/>
          </p:cNvSpPr>
          <p:nvPr>
            <p:ph type="ftr" idx="38"/>
          </p:nvPr>
        </p:nvSpPr>
        <p:spPr>
          <a:xfrm>
            <a:off x="677160" y="6041520"/>
            <a:ext cx="6296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86" name="PlaceHolder 3"/>
          <p:cNvSpPr>
            <a:spLocks noGrp="1"/>
          </p:cNvSpPr>
          <p:nvPr>
            <p:ph type="sldNum" idx="39"/>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5C82AEBE-7C67-4FDE-A41C-7B7A9B271105}"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grpSp>
        <p:nvGrpSpPr>
          <p:cNvPr id="287" name="Group 43"/>
          <p:cNvGrpSpPr/>
          <p:nvPr/>
        </p:nvGrpSpPr>
        <p:grpSpPr>
          <a:xfrm>
            <a:off x="0" y="-8640"/>
            <a:ext cx="12191040" cy="6867360"/>
            <a:chOff x="0" y="-8640"/>
            <a:chExt cx="12191040" cy="6867360"/>
          </a:xfrm>
        </p:grpSpPr>
        <p:cxnSp>
          <p:nvCxnSpPr>
            <p:cNvPr id="288"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289"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290"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1"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2"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3"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4"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95"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96"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7"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298"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80324389-456E-4D18-9560-C0387176F204}"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299"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300"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4B6A66C8-3ABF-4FB6-9317-8C30F97D3701}"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301" name="PlaceHolder 1"/>
          <p:cNvSpPr>
            <a:spLocks noGrp="1"/>
          </p:cNvSpPr>
          <p:nvPr>
            <p:ph type="title"/>
          </p:nvPr>
        </p:nvSpPr>
        <p:spPr>
          <a:xfrm>
            <a:off x="677160" y="1498680"/>
            <a:ext cx="3853440" cy="1277280"/>
          </a:xfrm>
          <a:prstGeom prst="rect">
            <a:avLst/>
          </a:prstGeom>
          <a:noFill/>
          <a:ln w="0">
            <a:noFill/>
          </a:ln>
        </p:spPr>
        <p:txBody>
          <a:bodyPr lIns="91440" tIns="45720" rIns="91440" bIns="45720" anchor="b">
            <a:normAutofit/>
          </a:bodyPr>
          <a:lstStyle>
            <a:lvl1pPr indent="0" algn="l" defTabSz="457200">
              <a:lnSpc>
                <a:spcPct val="100000"/>
              </a:lnSpc>
              <a:buNone/>
              <a:tabLst>
                <a:tab pos="0" algn="l"/>
              </a:tabLst>
              <a:defRPr lang="en-US" sz="2000" b="0" u="none" strike="noStrike">
                <a:solidFill>
                  <a:schemeClr val="accent1"/>
                </a:solidFill>
                <a:effectLst/>
                <a:uFillTx/>
                <a:latin typeface="Trebuchet MS"/>
              </a:defRPr>
            </a:lvl1pPr>
          </a:lstStyle>
          <a:p>
            <a:pPr indent="0" algn="l" defTabSz="457200">
              <a:lnSpc>
                <a:spcPct val="100000"/>
              </a:lnSpc>
              <a:buNone/>
              <a:tabLst>
                <a:tab pos="0" algn="l"/>
              </a:tabLst>
            </a:pPr>
            <a:r>
              <a:rPr lang="en-US" sz="2000" b="0" u="none" strike="noStrike">
                <a:solidFill>
                  <a:schemeClr val="accent1"/>
                </a:solidFill>
                <a:effectLst/>
                <a:uFillTx/>
                <a:latin typeface="Trebuchet MS"/>
              </a:rPr>
              <a:t>Click to edit Master title style</a:t>
            </a:r>
            <a:endParaRPr lang="en-US" sz="2000" b="0" u="none" strike="noStrike">
              <a:solidFill>
                <a:schemeClr val="accent1"/>
              </a:solidFill>
              <a:effectLst/>
              <a:uFillTx/>
              <a:latin typeface="Trebuchet MS"/>
            </a:endParaRPr>
          </a:p>
        </p:txBody>
      </p:sp>
      <p:sp>
        <p:nvSpPr>
          <p:cNvPr id="302" name="PlaceHolder 2"/>
          <p:cNvSpPr>
            <a:spLocks noGrp="1"/>
          </p:cNvSpPr>
          <p:nvPr>
            <p:ph type="body"/>
          </p:nvPr>
        </p:nvSpPr>
        <p:spPr>
          <a:xfrm>
            <a:off x="4760640" y="514800"/>
            <a:ext cx="4512600" cy="552528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303" name="PlaceHolder 3"/>
          <p:cNvSpPr>
            <a:spLocks noGrp="1"/>
          </p:cNvSpPr>
          <p:nvPr>
            <p:ph type="body"/>
          </p:nvPr>
        </p:nvSpPr>
        <p:spPr>
          <a:xfrm>
            <a:off x="677160" y="2777040"/>
            <a:ext cx="3853440" cy="2583360"/>
          </a:xfrm>
          <a:prstGeom prst="rect">
            <a:avLst/>
          </a:prstGeom>
          <a:noFill/>
          <a:ln w="0">
            <a:noFill/>
          </a:ln>
        </p:spPr>
        <p:txBody>
          <a:bodyPr lIns="91440" tIns="45720" rIns="91440" bIns="45720" anchor="t">
            <a:normAutofit/>
          </a:bodyPr>
          <a:lstStyle>
            <a:lvl1pPr marL="228600" indent="0" algn="l" defTabSz="457200">
              <a:lnSpc>
                <a:spcPct val="100000"/>
              </a:lnSpc>
              <a:spcBef>
                <a:spcPts val="1001"/>
              </a:spcBef>
              <a:buNone/>
              <a:tabLst>
                <a:tab pos="0" algn="l"/>
              </a:tabLst>
              <a:defRPr lang="en-US" sz="1400" b="0" u="none" strike="noStrike">
                <a:solidFill>
                  <a:schemeClr val="dk1">
                    <a:lumMod val="75000"/>
                    <a:lumOff val="25000"/>
                  </a:schemeClr>
                </a:solidFill>
                <a:effectLst/>
                <a:uFillTx/>
                <a:latin typeface="Trebuchet MS"/>
              </a:defRPr>
            </a:lvl1pPr>
          </a:lstStyle>
          <a:p>
            <a:pPr marL="228600" indent="0" algn="l" defTabSz="457200">
              <a:lnSpc>
                <a:spcPct val="100000"/>
              </a:lnSpc>
              <a:spcBef>
                <a:spcPts val="1001"/>
              </a:spcBef>
              <a:buNone/>
              <a:tabLst>
                <a:tab pos="0" algn="l"/>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chemeClr val="dk1">
                  <a:lumMod val="75000"/>
                  <a:lumOff val="25000"/>
                </a:schemeClr>
              </a:solidFill>
              <a:effectLst/>
              <a:uFillTx/>
              <a:latin typeface="Trebuchet MS"/>
            </a:endParaRPr>
          </a:p>
        </p:txBody>
      </p:sp>
      <p:sp>
        <p:nvSpPr>
          <p:cNvPr id="304" name="PlaceHolder 4"/>
          <p:cNvSpPr>
            <a:spLocks noGrp="1"/>
          </p:cNvSpPr>
          <p:nvPr>
            <p:ph type="dt" idx="40"/>
          </p:nvPr>
        </p:nvSpPr>
        <p:spPr>
          <a:xfrm>
            <a:off x="7205040" y="6041520"/>
            <a:ext cx="9108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305" name="PlaceHolder 5"/>
          <p:cNvSpPr>
            <a:spLocks noGrp="1"/>
          </p:cNvSpPr>
          <p:nvPr>
            <p:ph type="ftr" idx="41"/>
          </p:nvPr>
        </p:nvSpPr>
        <p:spPr>
          <a:xfrm>
            <a:off x="677160" y="6041520"/>
            <a:ext cx="6296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06" name="PlaceHolder 6"/>
          <p:cNvSpPr>
            <a:spLocks noGrp="1"/>
          </p:cNvSpPr>
          <p:nvPr>
            <p:ph type="sldNum" idx="42"/>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FD0E9B4F-F845-4516-B075-4C5EE5C8444F}"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grpSp>
        <p:nvGrpSpPr>
          <p:cNvPr id="307" name="Group 43"/>
          <p:cNvGrpSpPr/>
          <p:nvPr/>
        </p:nvGrpSpPr>
        <p:grpSpPr>
          <a:xfrm>
            <a:off x="0" y="-8640"/>
            <a:ext cx="12191040" cy="6867360"/>
            <a:chOff x="0" y="-8640"/>
            <a:chExt cx="12191040" cy="6867360"/>
          </a:xfrm>
        </p:grpSpPr>
        <p:cxnSp>
          <p:nvCxnSpPr>
            <p:cNvPr id="308"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309"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310"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1"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2"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3"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4"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15"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16"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7"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318"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D71DC5D4-2637-44F1-8179-C5C77617CA4F}"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319"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320"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FBD226C8-82E0-4AF2-BBAE-B0ED20981F4D}"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321" name="PlaceHolder 1"/>
          <p:cNvSpPr>
            <a:spLocks noGrp="1"/>
          </p:cNvSpPr>
          <p:nvPr>
            <p:ph type="title"/>
          </p:nvPr>
        </p:nvSpPr>
        <p:spPr>
          <a:xfrm>
            <a:off x="677160" y="4800600"/>
            <a:ext cx="8595720" cy="565560"/>
          </a:xfrm>
          <a:prstGeom prst="rect">
            <a:avLst/>
          </a:prstGeom>
          <a:noFill/>
          <a:ln w="0">
            <a:noFill/>
          </a:ln>
        </p:spPr>
        <p:txBody>
          <a:bodyPr lIns="91440" tIns="45720" rIns="91440" bIns="45720" anchor="b">
            <a:normAutofit/>
          </a:bodyPr>
          <a:lstStyle>
            <a:lvl1pPr indent="0" algn="l" defTabSz="457200">
              <a:lnSpc>
                <a:spcPct val="100000"/>
              </a:lnSpc>
              <a:buNone/>
              <a:tabLst>
                <a:tab pos="0" algn="l"/>
              </a:tabLst>
              <a:defRPr lang="en-US" sz="2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2400" b="0" u="none" strike="noStrike">
                <a:solidFill>
                  <a:schemeClr val="accent1"/>
                </a:solidFill>
                <a:effectLst/>
                <a:uFillTx/>
                <a:latin typeface="Trebuchet MS"/>
              </a:rPr>
              <a:t>Click to edit Master title style</a:t>
            </a:r>
            <a:endParaRPr lang="en-US" sz="2400" b="0" u="none" strike="noStrike">
              <a:solidFill>
                <a:schemeClr val="accent1"/>
              </a:solidFill>
              <a:effectLst/>
              <a:uFillTx/>
              <a:latin typeface="Trebuchet MS"/>
            </a:endParaRPr>
          </a:p>
        </p:txBody>
      </p:sp>
      <p:sp>
        <p:nvSpPr>
          <p:cNvPr id="322" name="PlaceHolder 2"/>
          <p:cNvSpPr>
            <a:spLocks noGrp="1"/>
          </p:cNvSpPr>
          <p:nvPr>
            <p:ph type="body"/>
          </p:nvPr>
        </p:nvSpPr>
        <p:spPr>
          <a:xfrm>
            <a:off x="677160" y="609480"/>
            <a:ext cx="8595720" cy="3844800"/>
          </a:xfrm>
          <a:prstGeom prst="rect">
            <a:avLst/>
          </a:prstGeom>
          <a:noFill/>
          <a:ln w="0">
            <a:noFill/>
          </a:ln>
        </p:spPr>
        <p:txBody>
          <a:bodyPr lIns="90000" tIns="45000" rIns="90000" bIns="45000" anchor="t">
            <a:normAutofit/>
          </a:bodyPr>
          <a:lstStyle>
            <a:lvl1pPr marL="228600"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icon to add picture</a:t>
            </a:r>
            <a:endParaRPr lang="en-US" sz="1600" b="0" u="none" strike="noStrike">
              <a:solidFill>
                <a:schemeClr val="dk1">
                  <a:lumMod val="75000"/>
                  <a:lumOff val="25000"/>
                </a:schemeClr>
              </a:solidFill>
              <a:effectLst/>
              <a:uFillTx/>
              <a:latin typeface="Trebuchet MS"/>
            </a:endParaRPr>
          </a:p>
        </p:txBody>
      </p:sp>
      <p:sp>
        <p:nvSpPr>
          <p:cNvPr id="323" name="PlaceHolder 3"/>
          <p:cNvSpPr>
            <a:spLocks noGrp="1"/>
          </p:cNvSpPr>
          <p:nvPr>
            <p:ph type="body"/>
          </p:nvPr>
        </p:nvSpPr>
        <p:spPr>
          <a:xfrm>
            <a:off x="677160" y="5367240"/>
            <a:ext cx="8595720" cy="672840"/>
          </a:xfrm>
          <a:prstGeom prst="rect">
            <a:avLst/>
          </a:prstGeom>
          <a:noFill/>
          <a:ln w="0">
            <a:noFill/>
          </a:ln>
        </p:spPr>
        <p:txBody>
          <a:bodyPr lIns="91440" tIns="45720" rIns="91440" bIns="45720" anchor="t">
            <a:normAutofit/>
          </a:bodyPr>
          <a:lstStyle>
            <a:lvl1pPr marL="228600" indent="0" algn="l" defTabSz="457200">
              <a:lnSpc>
                <a:spcPct val="100000"/>
              </a:lnSpc>
              <a:spcBef>
                <a:spcPts val="1001"/>
              </a:spcBef>
              <a:buNone/>
              <a:tabLst>
                <a:tab pos="0" algn="l"/>
              </a:tabLst>
              <a:defRPr lang="en-US" sz="1200" b="0" u="none" strike="noStrike">
                <a:solidFill>
                  <a:schemeClr val="dk1">
                    <a:lumMod val="75000"/>
                    <a:lumOff val="25000"/>
                  </a:schemeClr>
                </a:solidFill>
                <a:effectLst/>
                <a:uFillTx/>
                <a:latin typeface="Trebuchet MS"/>
              </a:defRPr>
            </a:lvl1pPr>
          </a:lstStyle>
          <a:p>
            <a:pPr marL="228600" indent="0" algn="l" defTabSz="457200">
              <a:lnSpc>
                <a:spcPct val="100000"/>
              </a:lnSpc>
              <a:spcBef>
                <a:spcPts val="1001"/>
              </a:spcBef>
              <a:buNone/>
              <a:tabLst>
                <a:tab pos="0" algn="l"/>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chemeClr val="dk1">
                  <a:lumMod val="75000"/>
                  <a:lumOff val="25000"/>
                </a:schemeClr>
              </a:solidFill>
              <a:effectLst/>
              <a:uFillTx/>
              <a:latin typeface="Trebuchet MS"/>
            </a:endParaRPr>
          </a:p>
        </p:txBody>
      </p:sp>
      <p:sp>
        <p:nvSpPr>
          <p:cNvPr id="324" name="PlaceHolder 4"/>
          <p:cNvSpPr>
            <a:spLocks noGrp="1"/>
          </p:cNvSpPr>
          <p:nvPr>
            <p:ph type="ftr" idx="43"/>
          </p:nvPr>
        </p:nvSpPr>
        <p:spPr>
          <a:xfrm>
            <a:off x="677160" y="6041520"/>
            <a:ext cx="6296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25" name="PlaceHolder 5"/>
          <p:cNvSpPr>
            <a:spLocks noGrp="1"/>
          </p:cNvSpPr>
          <p:nvPr>
            <p:ph type="sldNum" idx="44"/>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28EF20AB-B2F1-4995-89F7-74973804E93E}"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
        <p:nvSpPr>
          <p:cNvPr id="326" name="PlaceHolder 6"/>
          <p:cNvSpPr>
            <a:spLocks noGrp="1"/>
          </p:cNvSpPr>
          <p:nvPr>
            <p:ph type="dt" idx="45"/>
          </p:nvPr>
        </p:nvSpPr>
        <p:spPr>
          <a:xfrm>
            <a:off x="7205040" y="6041520"/>
            <a:ext cx="9108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solidFill>
          <a:srgbClr val="FFFFFF"/>
        </a:solidFill>
      </p:bgPr>
    </p:bg>
    <p:spTree>
      <p:nvGrpSpPr>
        <p:cNvPr id="1" name=""/>
        <p:cNvGrpSpPr/>
        <p:nvPr/>
      </p:nvGrpSpPr>
      <p:grpSpPr>
        <a:xfrm>
          <a:off x="0" y="0"/>
          <a:ext cx="0" cy="0"/>
          <a:chOff x="0" y="0"/>
          <a:chExt cx="0" cy="0"/>
        </a:xfrm>
      </p:grpSpPr>
      <p:grpSp>
        <p:nvGrpSpPr>
          <p:cNvPr id="327" name="Group 43"/>
          <p:cNvGrpSpPr/>
          <p:nvPr/>
        </p:nvGrpSpPr>
        <p:grpSpPr>
          <a:xfrm>
            <a:off x="0" y="-8640"/>
            <a:ext cx="12191040" cy="6867360"/>
            <a:chOff x="0" y="-8640"/>
            <a:chExt cx="12191040" cy="6867360"/>
          </a:xfrm>
        </p:grpSpPr>
        <p:cxnSp>
          <p:nvCxnSpPr>
            <p:cNvPr id="328"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329"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330"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1"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2"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3"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4"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35"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36"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7"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338"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F56922F2-9D85-42AE-BC2F-E9EF3314EE0E}"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339"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340"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B169EF1C-3F89-4DBF-9378-153A8638CFA6}"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341" name="PlaceHolder 1"/>
          <p:cNvSpPr>
            <a:spLocks noGrp="1"/>
          </p:cNvSpPr>
          <p:nvPr>
            <p:ph type="title"/>
          </p:nvPr>
        </p:nvSpPr>
        <p:spPr>
          <a:xfrm>
            <a:off x="677160" y="609480"/>
            <a:ext cx="8595720" cy="340236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chemeClr val="accent1"/>
              </a:solidFill>
              <a:effectLst/>
              <a:uFillTx/>
              <a:latin typeface="Trebuchet MS"/>
            </a:endParaRPr>
          </a:p>
        </p:txBody>
      </p:sp>
      <p:sp>
        <p:nvSpPr>
          <p:cNvPr id="342" name="PlaceHolder 2"/>
          <p:cNvSpPr>
            <a:spLocks noGrp="1"/>
          </p:cNvSpPr>
          <p:nvPr>
            <p:ph type="body"/>
          </p:nvPr>
        </p:nvSpPr>
        <p:spPr>
          <a:xfrm>
            <a:off x="677160" y="4470480"/>
            <a:ext cx="8595720" cy="1569960"/>
          </a:xfrm>
          <a:prstGeom prst="rect">
            <a:avLst/>
          </a:prstGeom>
          <a:noFill/>
          <a:ln w="0">
            <a:noFill/>
          </a:ln>
        </p:spPr>
        <p:txBody>
          <a:bodyPr lIns="91440" tIns="45720" rIns="91440" bIns="45720" anchor="ctr">
            <a:normAutofit/>
          </a:bodyPr>
          <a:lstStyle>
            <a:lvl1pPr marL="228600"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marL="228600"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p:txBody>
      </p:sp>
      <p:sp>
        <p:nvSpPr>
          <p:cNvPr id="343" name="PlaceHolder 3"/>
          <p:cNvSpPr>
            <a:spLocks noGrp="1"/>
          </p:cNvSpPr>
          <p:nvPr>
            <p:ph type="dt" idx="46"/>
          </p:nvPr>
        </p:nvSpPr>
        <p:spPr>
          <a:xfrm>
            <a:off x="7205040" y="6041520"/>
            <a:ext cx="9108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344" name="PlaceHolder 4"/>
          <p:cNvSpPr>
            <a:spLocks noGrp="1"/>
          </p:cNvSpPr>
          <p:nvPr>
            <p:ph type="ftr" idx="47"/>
          </p:nvPr>
        </p:nvSpPr>
        <p:spPr>
          <a:xfrm>
            <a:off x="677160" y="6041520"/>
            <a:ext cx="6296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45" name="PlaceHolder 5"/>
          <p:cNvSpPr>
            <a:spLocks noGrp="1"/>
          </p:cNvSpPr>
          <p:nvPr>
            <p:ph type="sldNum" idx="48"/>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52013E89-4457-4154-B876-89773698A836}"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p:bg>
      <p:bgPr>
        <a:solidFill>
          <a:srgbClr val="FFFFFF"/>
        </a:solidFill>
      </p:bgPr>
    </p:bg>
    <p:spTree>
      <p:nvGrpSpPr>
        <p:cNvPr id="1" name=""/>
        <p:cNvGrpSpPr/>
        <p:nvPr/>
      </p:nvGrpSpPr>
      <p:grpSpPr>
        <a:xfrm>
          <a:off x="0" y="0"/>
          <a:ext cx="0" cy="0"/>
          <a:chOff x="0" y="0"/>
          <a:chExt cx="0" cy="0"/>
        </a:xfrm>
      </p:grpSpPr>
      <p:grpSp>
        <p:nvGrpSpPr>
          <p:cNvPr id="346" name="Group 43"/>
          <p:cNvGrpSpPr/>
          <p:nvPr/>
        </p:nvGrpSpPr>
        <p:grpSpPr>
          <a:xfrm>
            <a:off x="0" y="-8640"/>
            <a:ext cx="12191040" cy="6867360"/>
            <a:chOff x="0" y="-8640"/>
            <a:chExt cx="12191040" cy="6867360"/>
          </a:xfrm>
        </p:grpSpPr>
        <p:cxnSp>
          <p:nvCxnSpPr>
            <p:cNvPr id="347"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348"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34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1"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5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55"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6"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357"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35867472-8F54-481E-818C-345ECF080A89}"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358"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359"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FBE19B99-9D5B-454F-B6A3-17111669E067}"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360" name="PlaceHolder 1"/>
          <p:cNvSpPr>
            <a:spLocks noGrp="1"/>
          </p:cNvSpPr>
          <p:nvPr>
            <p:ph type="body"/>
          </p:nvPr>
        </p:nvSpPr>
        <p:spPr>
          <a:xfrm>
            <a:off x="6312960" y="4142160"/>
            <a:ext cx="4219920" cy="860400"/>
          </a:xfrm>
          <a:prstGeom prst="rect">
            <a:avLst/>
          </a:prstGeom>
          <a:noFill/>
          <a:ln w="0">
            <a:noFill/>
          </a:ln>
        </p:spPr>
        <p:txBody>
          <a:bodyPr lIns="91440" tIns="45720" rIns="91440" bIns="45720" anchor="t">
            <a:noAutofit/>
          </a:bodyPr>
          <a:lstStyle>
            <a:lvl1pPr marL="228600" indent="0" algn="l" defTabSz="457200">
              <a:lnSpc>
                <a:spcPct val="100000"/>
              </a:lnSpc>
              <a:spcBef>
                <a:spcPts val="1001"/>
              </a:spcBef>
              <a:buNone/>
              <a:tabLst>
                <a:tab pos="0" algn="l"/>
              </a:tabLst>
              <a:defRPr lang="en-US" sz="2000" b="1" u="none" strike="noStrike">
                <a:solidFill>
                  <a:schemeClr val="accent4"/>
                </a:solidFill>
                <a:effectLst/>
                <a:uFillTx/>
                <a:latin typeface="Trebuchet MS"/>
              </a:defRPr>
            </a:lvl1pPr>
            <a:lvl2pPr marL="743040" indent="-285840" algn="l" defTabSz="457200">
              <a:lnSpc>
                <a:spcPct val="100000"/>
              </a:lnSpc>
              <a:spcBef>
                <a:spcPts val="1001"/>
              </a:spcBef>
              <a:buNone/>
              <a:tabLst>
                <a:tab pos="0" algn="l"/>
              </a:tabLst>
              <a:defRPr lang="en-US" sz="2000" b="0" u="none" strike="noStrike">
                <a:solidFill>
                  <a:schemeClr val="dk1">
                    <a:lumMod val="75000"/>
                    <a:lumOff val="25000"/>
                  </a:schemeClr>
                </a:solidFill>
                <a:effectLst/>
                <a:uFillTx/>
                <a:latin typeface="Trebuchet MS"/>
              </a:defRPr>
            </a:lvl2pPr>
          </a:lstStyle>
          <a:p>
            <a:pPr marL="228600" indent="0" algn="l"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a:p>
            <a:pPr marL="743040" indent="-285840" algn="l" defTabSz="457200">
              <a:lnSpc>
                <a:spcPct val="100000"/>
              </a:lnSpc>
              <a:spcBef>
                <a:spcPts val="1001"/>
              </a:spcBef>
              <a:buNone/>
              <a:tabLst>
                <a:tab pos="0" algn="l"/>
              </a:tabLst>
            </a:pPr>
            <a:r>
              <a:rPr lang="en-US" sz="2000" b="0" u="none" strike="noStrike">
                <a:solidFill>
                  <a:schemeClr val="dk1">
                    <a:lumMod val="75000"/>
                    <a:lumOff val="25000"/>
                  </a:schemeClr>
                </a:solidFill>
                <a:effectLst/>
                <a:uFillTx/>
                <a:latin typeface="Trebuchet MS"/>
              </a:rPr>
              <a:t>Second level</a:t>
            </a:r>
            <a:endParaRPr lang="en-US" sz="2000" b="0" u="none" strike="noStrike">
              <a:solidFill>
                <a:schemeClr val="dk1"/>
              </a:solidFill>
              <a:effectLst/>
              <a:uFillTx/>
              <a:latin typeface="Trebuchet MS"/>
            </a:endParaRPr>
          </a:p>
        </p:txBody>
      </p:sp>
      <p:sp>
        <p:nvSpPr>
          <p:cNvPr id="361" name="Hexagon 14"/>
          <p:cNvSpPr/>
          <p:nvPr/>
        </p:nvSpPr>
        <p:spPr>
          <a:xfrm>
            <a:off x="740160" y="1382760"/>
            <a:ext cx="1228320" cy="105876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362" name="Hexagon 15"/>
          <p:cNvSpPr/>
          <p:nvPr/>
        </p:nvSpPr>
        <p:spPr>
          <a:xfrm>
            <a:off x="3755160" y="1194480"/>
            <a:ext cx="1665000" cy="1435320"/>
          </a:xfrm>
          <a:prstGeom prst="hexagon">
            <a:avLst>
              <a:gd name="adj" fmla="val 25000"/>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363" name="Hexagon 16"/>
          <p:cNvSpPr/>
          <p:nvPr/>
        </p:nvSpPr>
        <p:spPr>
          <a:xfrm>
            <a:off x="3804840" y="5233320"/>
            <a:ext cx="717120" cy="618120"/>
          </a:xfrm>
          <a:prstGeom prst="hexagon">
            <a:avLst>
              <a:gd name="adj" fmla="val 25000"/>
              <a:gd name="vf" fmla="val 115470"/>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364" name="Hexagon 17"/>
          <p:cNvSpPr/>
          <p:nvPr/>
        </p:nvSpPr>
        <p:spPr>
          <a:xfrm>
            <a:off x="1837800" y="1101240"/>
            <a:ext cx="650520" cy="560520"/>
          </a:xfrm>
          <a:prstGeom prst="hexagon">
            <a:avLst>
              <a:gd name="adj" fmla="val 25000"/>
              <a:gd name="vf" fmla="val 115470"/>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365" name="PlaceHolder 2"/>
          <p:cNvSpPr>
            <a:spLocks noGrp="1"/>
          </p:cNvSpPr>
          <p:nvPr>
            <p:ph type="body"/>
          </p:nvPr>
        </p:nvSpPr>
        <p:spPr>
          <a:xfrm>
            <a:off x="1571400" y="1914120"/>
            <a:ext cx="3992400" cy="361692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366" name="PlaceHolder 3"/>
          <p:cNvSpPr>
            <a:spLocks noGrp="1"/>
          </p:cNvSpPr>
          <p:nvPr>
            <p:ph type="title"/>
          </p:nvPr>
        </p:nvSpPr>
        <p:spPr>
          <a:xfrm>
            <a:off x="6312960" y="2050560"/>
            <a:ext cx="4997520" cy="174780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2800" b="0" u="none" strike="noStrike">
                <a:solidFill>
                  <a:schemeClr val="dk1"/>
                </a:solidFill>
                <a:effectLst/>
                <a:uFillTx/>
                <a:latin typeface="Trebuchet MS"/>
              </a:defRPr>
            </a:lvl1pPr>
          </a:lstStyle>
          <a:p>
            <a:pPr indent="0" algn="l" defTabSz="457200">
              <a:lnSpc>
                <a:spcPct val="100000"/>
              </a:lnSpc>
              <a:buNone/>
              <a:tabLst>
                <a:tab pos="0" algn="l"/>
              </a:tabLst>
            </a:pPr>
            <a:r>
              <a:rPr lang="en-US" sz="2800" b="0" u="none" strike="noStrike">
                <a:solidFill>
                  <a:schemeClr val="dk1"/>
                </a:solidFill>
                <a:effectLst/>
                <a:uFillTx/>
                <a:latin typeface="Trebuchet MS"/>
              </a:rPr>
              <a:t>Click to edit Master title style</a:t>
            </a:r>
            <a:endParaRPr lang="en-US" sz="2800" b="0" u="none" strike="noStrike">
              <a:solidFill>
                <a:schemeClr val="dk1"/>
              </a:solidFill>
              <a:effectLst/>
              <a:uFillTx/>
              <a:latin typeface="Trebuchet MS"/>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troduction">
    <p:bg>
      <p:bgPr>
        <a:solidFill>
          <a:srgbClr val="FFFFFF"/>
        </a:solidFill>
      </p:bgPr>
    </p:bg>
    <p:spTree>
      <p:nvGrpSpPr>
        <p:cNvPr id="1" name=""/>
        <p:cNvGrpSpPr/>
        <p:nvPr/>
      </p:nvGrpSpPr>
      <p:grpSpPr>
        <a:xfrm>
          <a:off x="0" y="0"/>
          <a:ext cx="0" cy="0"/>
          <a:chOff x="0" y="0"/>
          <a:chExt cx="0" cy="0"/>
        </a:xfrm>
      </p:grpSpPr>
      <p:grpSp>
        <p:nvGrpSpPr>
          <p:cNvPr id="367" name="Group 43"/>
          <p:cNvGrpSpPr/>
          <p:nvPr/>
        </p:nvGrpSpPr>
        <p:grpSpPr>
          <a:xfrm>
            <a:off x="0" y="-8640"/>
            <a:ext cx="12191040" cy="6867360"/>
            <a:chOff x="0" y="-8640"/>
            <a:chExt cx="12191040" cy="6867360"/>
          </a:xfrm>
        </p:grpSpPr>
        <p:cxnSp>
          <p:nvCxnSpPr>
            <p:cNvPr id="368"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369"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370"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1"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2"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3"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4"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75"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76"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7"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378"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817885C6-C580-426A-82C9-CBB0C7E08F3C}"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379"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380"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968FA67E-326E-4480-8D2F-C9A7C9BA779E}"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381" name="Oval 9"/>
          <p:cNvSpPr/>
          <p:nvPr/>
        </p:nvSpPr>
        <p:spPr>
          <a:xfrm>
            <a:off x="7362720" y="443160"/>
            <a:ext cx="360720" cy="36072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accent5"/>
              </a:solidFill>
              <a:effectLst/>
              <a:uFillTx/>
              <a:latin typeface="Trebuchet MS"/>
            </a:endParaRPr>
          </a:p>
        </p:txBody>
      </p:sp>
      <p:sp>
        <p:nvSpPr>
          <p:cNvPr id="382" name="Oval 13"/>
          <p:cNvSpPr/>
          <p:nvPr/>
        </p:nvSpPr>
        <p:spPr>
          <a:xfrm>
            <a:off x="11007360" y="5605920"/>
            <a:ext cx="653040" cy="6530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accent5"/>
              </a:solidFill>
              <a:effectLst/>
              <a:uFillTx/>
              <a:latin typeface="Trebuchet MS"/>
            </a:endParaRPr>
          </a:p>
        </p:txBody>
      </p:sp>
      <p:sp>
        <p:nvSpPr>
          <p:cNvPr id="383" name="Oval 15"/>
          <p:cNvSpPr/>
          <p:nvPr/>
        </p:nvSpPr>
        <p:spPr>
          <a:xfrm>
            <a:off x="10683720" y="6132600"/>
            <a:ext cx="250200" cy="250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accent5"/>
              </a:solidFill>
              <a:effectLst/>
              <a:uFillTx/>
              <a:latin typeface="Trebuchet MS"/>
            </a:endParaRPr>
          </a:p>
        </p:txBody>
      </p:sp>
      <p:sp>
        <p:nvSpPr>
          <p:cNvPr id="384" name="PlaceHolder 1"/>
          <p:cNvSpPr>
            <a:spLocks noGrp="1"/>
          </p:cNvSpPr>
          <p:nvPr>
            <p:ph type="body"/>
          </p:nvPr>
        </p:nvSpPr>
        <p:spPr>
          <a:xfrm>
            <a:off x="5733360" y="624240"/>
            <a:ext cx="5854680" cy="563040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lumMod val="75000"/>
                  <a:lumOff val="25000"/>
                </a:schemeClr>
              </a:solidFill>
              <a:effectLst/>
              <a:uFillTx/>
              <a:latin typeface="Trebuchet MS"/>
            </a:endParaRPr>
          </a:p>
        </p:txBody>
      </p:sp>
      <p:sp>
        <p:nvSpPr>
          <p:cNvPr id="385" name="PlaceHolder 2"/>
          <p:cNvSpPr>
            <a:spLocks noGrp="1"/>
          </p:cNvSpPr>
          <p:nvPr>
            <p:ph type="body"/>
          </p:nvPr>
        </p:nvSpPr>
        <p:spPr>
          <a:xfrm>
            <a:off x="660240" y="2044800"/>
            <a:ext cx="4273920" cy="3559680"/>
          </a:xfrm>
          <a:prstGeom prst="rect">
            <a:avLst/>
          </a:prstGeom>
          <a:noFill/>
          <a:ln w="0">
            <a:noFill/>
          </a:ln>
        </p:spPr>
        <p:txBody>
          <a:bodyPr lIns="91440" tIns="45720" rIns="91440" bIns="45720" anchor="t">
            <a:noAutofit/>
          </a:bodyPr>
          <a:lstStyle>
            <a:lvl1pPr algn="l" defTabSz="457200">
              <a:lnSpc>
                <a:spcPct val="150000"/>
              </a:lnSpc>
              <a:spcBef>
                <a:spcPts val="1001"/>
              </a:spcBef>
              <a:buClr>
                <a:srgbClr val="2E946B"/>
              </a:buClr>
              <a:buSzPct val="80000"/>
              <a:buFont typeface="Wingdings" charset="2"/>
              <a:buChar char=""/>
              <a:tabLst>
                <a:tab pos="0" algn="l"/>
              </a:tabLst>
              <a:defRPr lang="en-US" sz="2000" b="0" u="none" strike="noStrike">
                <a:solidFill>
                  <a:schemeClr val="dk1">
                    <a:lumMod val="75000"/>
                    <a:lumOff val="25000"/>
                  </a:schemeClr>
                </a:solidFill>
                <a:effectLst/>
                <a:uFillTx/>
                <a:latin typeface="Trebuchet MS"/>
              </a:defRPr>
            </a:lvl1pPr>
          </a:lstStyle>
          <a:p>
            <a:pPr marL="343080" indent="-343080" algn="l" defTabSz="457200">
              <a:lnSpc>
                <a:spcPct val="150000"/>
              </a:lnSpc>
              <a:spcBef>
                <a:spcPts val="1001"/>
              </a:spcBef>
              <a:buClr>
                <a:srgbClr val="2E946B"/>
              </a:buClr>
              <a:buSzPct val="80000"/>
              <a:buFont typeface="Wingdings" charset="2"/>
              <a:buChar char=""/>
              <a:tabLst>
                <a:tab pos="0" algn="l"/>
              </a:tabLst>
            </a:pPr>
            <a:r>
              <a:rPr lang="en-US" sz="2000" b="0" u="none" strike="noStrike">
                <a:solidFill>
                  <a:schemeClr val="dk1">
                    <a:lumMod val="75000"/>
                    <a:lumOff val="25000"/>
                  </a:schemeClr>
                </a:solidFill>
                <a:effectLst/>
                <a:uFillTx/>
                <a:latin typeface="Trebuchet MS"/>
              </a:rPr>
              <a:t>Click to edit Master text styles</a:t>
            </a:r>
            <a:endParaRPr lang="en-US" sz="2000" b="0" u="none" strike="noStrike">
              <a:solidFill>
                <a:schemeClr val="dk1">
                  <a:lumMod val="75000"/>
                  <a:lumOff val="25000"/>
                </a:schemeClr>
              </a:solidFill>
              <a:effectLst/>
              <a:uFillTx/>
              <a:latin typeface="Trebuchet MS"/>
            </a:endParaRPr>
          </a:p>
        </p:txBody>
      </p:sp>
      <p:sp>
        <p:nvSpPr>
          <p:cNvPr id="386" name="PlaceHolder 3"/>
          <p:cNvSpPr>
            <a:spLocks noGrp="1"/>
          </p:cNvSpPr>
          <p:nvPr>
            <p:ph type="title"/>
          </p:nvPr>
        </p:nvSpPr>
        <p:spPr>
          <a:xfrm>
            <a:off x="660240" y="805320"/>
            <a:ext cx="4273920" cy="82980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800" b="1" u="none" strike="noStrike">
                <a:solidFill>
                  <a:schemeClr val="dk1"/>
                </a:solidFill>
                <a:effectLst/>
                <a:uFillTx/>
                <a:latin typeface="Trebuchet MS"/>
              </a:defRPr>
            </a:lvl1pPr>
          </a:lstStyle>
          <a:p>
            <a:pPr indent="0" algn="l" defTabSz="457200">
              <a:lnSpc>
                <a:spcPct val="100000"/>
              </a:lnSpc>
              <a:buNone/>
              <a:tabLst>
                <a:tab pos="0" algn="l"/>
              </a:tabLst>
            </a:pPr>
            <a:r>
              <a:rPr lang="en-US" sz="4800" b="1" u="none" strike="noStrike">
                <a:solidFill>
                  <a:schemeClr val="dk1"/>
                </a:solidFill>
                <a:effectLst/>
                <a:uFillTx/>
                <a:latin typeface="Trebuchet MS"/>
              </a:rPr>
              <a:t>Click to edit Master title style</a:t>
            </a:r>
            <a:endParaRPr lang="en-US" sz="4800" b="1" u="none" strike="noStrike">
              <a:solidFill>
                <a:schemeClr val="dk1"/>
              </a:solidFill>
              <a:effectLst/>
              <a:uFillTx/>
              <a:latin typeface="Trebuchet MS"/>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genda">
    <p:bg>
      <p:bgPr>
        <a:solidFill>
          <a:srgbClr val="FFFFFF"/>
        </a:solidFill>
      </p:bgPr>
    </p:bg>
    <p:spTree>
      <p:nvGrpSpPr>
        <p:cNvPr id="1" name=""/>
        <p:cNvGrpSpPr/>
        <p:nvPr/>
      </p:nvGrpSpPr>
      <p:grpSpPr>
        <a:xfrm>
          <a:off x="0" y="0"/>
          <a:ext cx="0" cy="0"/>
          <a:chOff x="0" y="0"/>
          <a:chExt cx="0" cy="0"/>
        </a:xfrm>
      </p:grpSpPr>
      <p:grpSp>
        <p:nvGrpSpPr>
          <p:cNvPr id="387" name="Group 43"/>
          <p:cNvGrpSpPr/>
          <p:nvPr/>
        </p:nvGrpSpPr>
        <p:grpSpPr>
          <a:xfrm>
            <a:off x="0" y="-8640"/>
            <a:ext cx="12191040" cy="6867360"/>
            <a:chOff x="0" y="-8640"/>
            <a:chExt cx="12191040" cy="6867360"/>
          </a:xfrm>
        </p:grpSpPr>
        <p:cxnSp>
          <p:nvCxnSpPr>
            <p:cNvPr id="388"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389"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390"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1"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2"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3"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4"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95"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96"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7"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398"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9E084444-0F5F-4675-B558-9D6196AB65A0}"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399"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400"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19E28194-834A-4A1D-99B9-2FACB8AA5414}"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401" name="PlaceHolder 1"/>
          <p:cNvSpPr>
            <a:spLocks noGrp="1"/>
          </p:cNvSpPr>
          <p:nvPr>
            <p:ph type="body"/>
          </p:nvPr>
        </p:nvSpPr>
        <p:spPr>
          <a:xfrm>
            <a:off x="660240" y="2044800"/>
            <a:ext cx="4273920" cy="355968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2E946B"/>
              </a:buClr>
              <a:buSzPct val="80000"/>
              <a:buFont typeface="Wingdings" charset="2"/>
              <a:buChar char=""/>
              <a:defRPr lang="en-US" sz="2000" b="0" u="none" strike="noStrike">
                <a:solidFill>
                  <a:schemeClr val="dk1">
                    <a:lumMod val="75000"/>
                    <a:lumOff val="25000"/>
                  </a:schemeClr>
                </a:solidFill>
                <a:effectLst/>
                <a:uFillTx/>
                <a:latin typeface="Trebuchet MS"/>
              </a:defRPr>
            </a:lvl1pPr>
          </a:lstStyle>
          <a:p>
            <a:pPr marL="343080" indent="-343080" algn="l" defTabSz="457200">
              <a:lnSpc>
                <a:spcPct val="100000"/>
              </a:lnSpc>
              <a:spcBef>
                <a:spcPts val="1001"/>
              </a:spcBef>
              <a:buClr>
                <a:srgbClr val="2E946B"/>
              </a:buClr>
              <a:buSzPct val="80000"/>
              <a:buFont typeface="Wingdings" charset="2"/>
              <a:buChar char=""/>
            </a:pPr>
            <a:r>
              <a:rPr lang="en-US" sz="2000" b="0" u="none" strike="noStrike">
                <a:solidFill>
                  <a:schemeClr val="dk1">
                    <a:lumMod val="75000"/>
                    <a:lumOff val="25000"/>
                  </a:schemeClr>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02" name="Rectangle 18"/>
          <p:cNvSpPr/>
          <p:nvPr/>
        </p:nvSpPr>
        <p:spPr>
          <a:xfrm>
            <a:off x="9354600" y="5364000"/>
            <a:ext cx="456120" cy="45612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03" name="Rectangle 20"/>
          <p:cNvSpPr/>
          <p:nvPr/>
        </p:nvSpPr>
        <p:spPr>
          <a:xfrm>
            <a:off x="6692760" y="1699920"/>
            <a:ext cx="318600" cy="318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04" name="Rectangle 22"/>
          <p:cNvSpPr/>
          <p:nvPr/>
        </p:nvSpPr>
        <p:spPr>
          <a:xfrm>
            <a:off x="9354600" y="5897880"/>
            <a:ext cx="178920" cy="1789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89640" tIns="45000" rIns="89640" bIns="45000" anchor="ctr">
            <a:noAutofit/>
          </a:bodyPr>
          <a:p>
            <a:endParaRPr lang="en-US" sz="1800" b="0" u="none" strike="noStrike">
              <a:solidFill>
                <a:schemeClr val="lt1"/>
              </a:solidFill>
              <a:effectLst/>
              <a:uFillTx/>
              <a:latin typeface="Trebuchet MS"/>
            </a:endParaRPr>
          </a:p>
        </p:txBody>
      </p:sp>
      <p:sp>
        <p:nvSpPr>
          <p:cNvPr id="405" name="PlaceHolder 2"/>
          <p:cNvSpPr>
            <a:spLocks noGrp="1"/>
          </p:cNvSpPr>
          <p:nvPr>
            <p:ph type="body"/>
          </p:nvPr>
        </p:nvSpPr>
        <p:spPr>
          <a:xfrm>
            <a:off x="7090200" y="786240"/>
            <a:ext cx="4440240" cy="539208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06" name="PlaceHolder 3"/>
          <p:cNvSpPr>
            <a:spLocks noGrp="1"/>
          </p:cNvSpPr>
          <p:nvPr>
            <p:ph type="title"/>
          </p:nvPr>
        </p:nvSpPr>
        <p:spPr>
          <a:xfrm>
            <a:off x="660240" y="805320"/>
            <a:ext cx="4273920" cy="82980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800" b="1" u="none" strike="noStrike">
                <a:solidFill>
                  <a:schemeClr val="dk1"/>
                </a:solidFill>
                <a:effectLst/>
                <a:uFillTx/>
                <a:latin typeface="Trebuchet MS"/>
              </a:defRPr>
            </a:lvl1pPr>
          </a:lstStyle>
          <a:p>
            <a:pPr indent="0" algn="l" defTabSz="457200">
              <a:lnSpc>
                <a:spcPct val="100000"/>
              </a:lnSpc>
              <a:buNone/>
              <a:tabLst>
                <a:tab pos="0" algn="l"/>
              </a:tabLst>
            </a:pPr>
            <a:r>
              <a:rPr lang="en-US" sz="4800" b="1" u="none" strike="noStrike">
                <a:solidFill>
                  <a:schemeClr val="dk1"/>
                </a:solidFill>
                <a:effectLst/>
                <a:uFillTx/>
                <a:latin typeface="Trebuchet MS"/>
              </a:rPr>
              <a:t>Click to edit Master title style</a:t>
            </a:r>
            <a:endParaRPr lang="en-US" sz="4800" b="1" u="none" strike="noStrike">
              <a:solidFill>
                <a:schemeClr val="dk1"/>
              </a:solidFill>
              <a:effectLst/>
              <a:uFillTx/>
              <a:latin typeface="Trebuchet MS"/>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bg>
      <p:bgPr>
        <a:solidFill>
          <a:srgbClr val="FFFFFF"/>
        </a:solidFill>
      </p:bgPr>
    </p:bg>
    <p:spTree>
      <p:nvGrpSpPr>
        <p:cNvPr id="1" name=""/>
        <p:cNvGrpSpPr/>
        <p:nvPr/>
      </p:nvGrpSpPr>
      <p:grpSpPr>
        <a:xfrm>
          <a:off x="0" y="0"/>
          <a:ext cx="0" cy="0"/>
          <a:chOff x="0" y="0"/>
          <a:chExt cx="0" cy="0"/>
        </a:xfrm>
      </p:grpSpPr>
      <p:grpSp>
        <p:nvGrpSpPr>
          <p:cNvPr id="442" name="Group 43"/>
          <p:cNvGrpSpPr/>
          <p:nvPr/>
        </p:nvGrpSpPr>
        <p:grpSpPr>
          <a:xfrm>
            <a:off x="0" y="-8640"/>
            <a:ext cx="12191040" cy="6867360"/>
            <a:chOff x="0" y="-8640"/>
            <a:chExt cx="12191040" cy="6867360"/>
          </a:xfrm>
        </p:grpSpPr>
        <p:cxnSp>
          <p:nvCxnSpPr>
            <p:cNvPr id="443"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444"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445"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46"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47"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48"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49"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50"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51"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52"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453"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CB59C7A5-AC25-4BE4-BF27-5447CD45F0DA}"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454"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455"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BD7F247D-89B7-40B0-8C91-1D343E821437}" type="slidenum">
              <a:rPr lang="en-US" sz="1100" b="0" u="none" strike="noStrike">
                <a:solidFill>
                  <a:schemeClr val="accent4"/>
                </a:solidFill>
                <a:effectLst/>
                <a:uFillTx/>
                <a:latin typeface="Trebuchet MS"/>
              </a:rPr>
              <a:t>1</a:t>
            </a:fld>
            <a:endParaRPr lang="en-IN" sz="1100" b="0" u="none" strike="noStrike">
              <a:solidFill>
                <a:srgbClr val="000000"/>
              </a:solidFill>
              <a:effectLst/>
              <a:uFillTx/>
              <a:latin typeface="Arial"/>
            </a:endParaRPr>
          </a:p>
        </p:txBody>
      </p:sp>
      <p:sp>
        <p:nvSpPr>
          <p:cNvPr id="456" name="PlaceHolder 1"/>
          <p:cNvSpPr>
            <a:spLocks noGrp="1"/>
          </p:cNvSpPr>
          <p:nvPr>
            <p:ph type="body"/>
          </p:nvPr>
        </p:nvSpPr>
        <p:spPr>
          <a:xfrm>
            <a:off x="5353560" y="2555640"/>
            <a:ext cx="1483920" cy="127908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57" name="PlaceHolder 2"/>
          <p:cNvSpPr>
            <a:spLocks noGrp="1"/>
          </p:cNvSpPr>
          <p:nvPr>
            <p:ph type="body"/>
          </p:nvPr>
        </p:nvSpPr>
        <p:spPr>
          <a:xfrm>
            <a:off x="3115800" y="2555640"/>
            <a:ext cx="1483920" cy="127908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58" name="PlaceHolder 3"/>
          <p:cNvSpPr>
            <a:spLocks noGrp="1"/>
          </p:cNvSpPr>
          <p:nvPr>
            <p:ph type="body"/>
          </p:nvPr>
        </p:nvSpPr>
        <p:spPr>
          <a:xfrm>
            <a:off x="7602480" y="2555640"/>
            <a:ext cx="1483920" cy="127908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59" name="PlaceHolder 4"/>
          <p:cNvSpPr>
            <a:spLocks noGrp="1"/>
          </p:cNvSpPr>
          <p:nvPr>
            <p:ph type="body"/>
          </p:nvPr>
        </p:nvSpPr>
        <p:spPr>
          <a:xfrm>
            <a:off x="9839880" y="2555640"/>
            <a:ext cx="1483920" cy="127908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60" name="PlaceHolder 5"/>
          <p:cNvSpPr>
            <a:spLocks noGrp="1"/>
          </p:cNvSpPr>
          <p:nvPr>
            <p:ph type="title"/>
          </p:nvPr>
        </p:nvSpPr>
        <p:spPr>
          <a:xfrm>
            <a:off x="432000" y="647640"/>
            <a:ext cx="11338920" cy="6991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800" b="1" u="none" strike="noStrike">
                <a:solidFill>
                  <a:schemeClr val="dk1"/>
                </a:solidFill>
                <a:effectLst/>
                <a:uFillTx/>
                <a:latin typeface="Trebuchet MS"/>
              </a:defRPr>
            </a:lvl1pPr>
          </a:lstStyle>
          <a:p>
            <a:pPr indent="0" algn="ctr" defTabSz="457200">
              <a:lnSpc>
                <a:spcPct val="100000"/>
              </a:lnSpc>
              <a:buNone/>
              <a:tabLst>
                <a:tab pos="0" algn="l"/>
              </a:tabLst>
            </a:pPr>
            <a:r>
              <a:rPr lang="en-US" sz="4800" b="1" u="none" strike="noStrike">
                <a:solidFill>
                  <a:schemeClr val="dk1"/>
                </a:solidFill>
                <a:effectLst/>
                <a:uFillTx/>
                <a:latin typeface="Trebuchet MS"/>
              </a:rPr>
              <a:t>Click to edit Master title style</a:t>
            </a:r>
            <a:endParaRPr lang="en-US" sz="4800" b="1" u="none" strike="noStrike">
              <a:solidFill>
                <a:schemeClr val="dk1"/>
              </a:solidFill>
              <a:effectLst/>
              <a:uFillTx/>
              <a:latin typeface="Trebuchet MS"/>
            </a:endParaRPr>
          </a:p>
        </p:txBody>
      </p:sp>
      <p:sp>
        <p:nvSpPr>
          <p:cNvPr id="461" name="Hexagon 8"/>
          <p:cNvSpPr/>
          <p:nvPr/>
        </p:nvSpPr>
        <p:spPr>
          <a:xfrm>
            <a:off x="546840" y="3467520"/>
            <a:ext cx="457200" cy="39384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62" name="Hexagon 9"/>
          <p:cNvSpPr/>
          <p:nvPr/>
        </p:nvSpPr>
        <p:spPr>
          <a:xfrm>
            <a:off x="11113200" y="2394720"/>
            <a:ext cx="357480" cy="307800"/>
          </a:xfrm>
          <a:prstGeom prst="hexagon">
            <a:avLst>
              <a:gd name="adj" fmla="val 25000"/>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63" name="Hexagon 10"/>
          <p:cNvSpPr/>
          <p:nvPr/>
        </p:nvSpPr>
        <p:spPr>
          <a:xfrm>
            <a:off x="10882800" y="2202120"/>
            <a:ext cx="229680" cy="197640"/>
          </a:xfrm>
          <a:prstGeom prst="hexagon">
            <a:avLst>
              <a:gd name="adj" fmla="val 25000"/>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64" name="PlaceHolder 6"/>
          <p:cNvSpPr>
            <a:spLocks noGrp="1"/>
          </p:cNvSpPr>
          <p:nvPr>
            <p:ph type="body"/>
          </p:nvPr>
        </p:nvSpPr>
        <p:spPr>
          <a:xfrm>
            <a:off x="546840" y="417276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marL="228600"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65" name="PlaceHolder 7"/>
          <p:cNvSpPr>
            <a:spLocks noGrp="1"/>
          </p:cNvSpPr>
          <p:nvPr>
            <p:ph type="body"/>
          </p:nvPr>
        </p:nvSpPr>
        <p:spPr>
          <a:xfrm>
            <a:off x="556560" y="458820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66" name="PlaceHolder 8"/>
          <p:cNvSpPr>
            <a:spLocks noGrp="1"/>
          </p:cNvSpPr>
          <p:nvPr>
            <p:ph type="body"/>
          </p:nvPr>
        </p:nvSpPr>
        <p:spPr>
          <a:xfrm>
            <a:off x="2789640" y="417276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marL="228600"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67" name="PlaceHolder 9"/>
          <p:cNvSpPr>
            <a:spLocks noGrp="1"/>
          </p:cNvSpPr>
          <p:nvPr>
            <p:ph type="body"/>
          </p:nvPr>
        </p:nvSpPr>
        <p:spPr>
          <a:xfrm>
            <a:off x="2789640" y="458820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68" name="PlaceHolder 10"/>
          <p:cNvSpPr>
            <a:spLocks noGrp="1"/>
          </p:cNvSpPr>
          <p:nvPr>
            <p:ph type="body"/>
          </p:nvPr>
        </p:nvSpPr>
        <p:spPr>
          <a:xfrm>
            <a:off x="5032440" y="417276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marL="228600"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69" name="PlaceHolder 11"/>
          <p:cNvSpPr>
            <a:spLocks noGrp="1"/>
          </p:cNvSpPr>
          <p:nvPr>
            <p:ph type="body"/>
          </p:nvPr>
        </p:nvSpPr>
        <p:spPr>
          <a:xfrm>
            <a:off x="5029200" y="458820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70" name="PlaceHolder 12"/>
          <p:cNvSpPr>
            <a:spLocks noGrp="1"/>
          </p:cNvSpPr>
          <p:nvPr>
            <p:ph type="body"/>
          </p:nvPr>
        </p:nvSpPr>
        <p:spPr>
          <a:xfrm>
            <a:off x="7275240" y="417276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marL="228600"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71" name="PlaceHolder 13"/>
          <p:cNvSpPr>
            <a:spLocks noGrp="1"/>
          </p:cNvSpPr>
          <p:nvPr>
            <p:ph type="body"/>
          </p:nvPr>
        </p:nvSpPr>
        <p:spPr>
          <a:xfrm>
            <a:off x="7275240" y="458820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72" name="PlaceHolder 14"/>
          <p:cNvSpPr>
            <a:spLocks noGrp="1"/>
          </p:cNvSpPr>
          <p:nvPr>
            <p:ph type="body"/>
          </p:nvPr>
        </p:nvSpPr>
        <p:spPr>
          <a:xfrm>
            <a:off x="9518040" y="417276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marL="228600"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73" name="PlaceHolder 15"/>
          <p:cNvSpPr>
            <a:spLocks noGrp="1"/>
          </p:cNvSpPr>
          <p:nvPr>
            <p:ph type="body"/>
          </p:nvPr>
        </p:nvSpPr>
        <p:spPr>
          <a:xfrm>
            <a:off x="9518040" y="458820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74" name="PlaceHolder 16"/>
          <p:cNvSpPr>
            <a:spLocks noGrp="1"/>
          </p:cNvSpPr>
          <p:nvPr>
            <p:ph type="body"/>
          </p:nvPr>
        </p:nvSpPr>
        <p:spPr>
          <a:xfrm>
            <a:off x="878400" y="2555640"/>
            <a:ext cx="1483920" cy="127908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bg>
      <p:bgPr>
        <a:solidFill>
          <a:srgbClr val="FFFFFF"/>
        </a:solidFill>
      </p:bgPr>
    </p:bg>
    <p:spTree>
      <p:nvGrpSpPr>
        <p:cNvPr id="1" name=""/>
        <p:cNvGrpSpPr/>
        <p:nvPr/>
      </p:nvGrpSpPr>
      <p:grpSpPr>
        <a:xfrm>
          <a:off x="0" y="0"/>
          <a:ext cx="0" cy="0"/>
          <a:chOff x="0" y="0"/>
          <a:chExt cx="0" cy="0"/>
        </a:xfrm>
      </p:grpSpPr>
      <p:grpSp>
        <p:nvGrpSpPr>
          <p:cNvPr id="475" name="Group 43"/>
          <p:cNvGrpSpPr/>
          <p:nvPr/>
        </p:nvGrpSpPr>
        <p:grpSpPr>
          <a:xfrm>
            <a:off x="0" y="-8640"/>
            <a:ext cx="12191040" cy="6867360"/>
            <a:chOff x="0" y="-8640"/>
            <a:chExt cx="12191040" cy="6867360"/>
          </a:xfrm>
        </p:grpSpPr>
        <p:cxnSp>
          <p:nvCxnSpPr>
            <p:cNvPr id="476"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477"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445"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46"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47"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48"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49"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50"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51"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52"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453"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76D36A35-765B-4A88-8B5A-ABA3E9C29A52}"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454"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455"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5B8E8C9A-61CE-4CC0-A5C2-0DEA5D2E2952}" type="slidenum">
              <a:rPr lang="en-US" sz="1100" b="0" u="none" strike="noStrike">
                <a:solidFill>
                  <a:schemeClr val="accent4"/>
                </a:solidFill>
                <a:effectLst/>
                <a:uFillTx/>
                <a:latin typeface="Trebuchet MS"/>
              </a:rPr>
              <a:t>1</a:t>
            </a:fld>
            <a:endParaRPr lang="en-IN" sz="1100" b="0" u="none" strike="noStrike">
              <a:solidFill>
                <a:srgbClr val="000000"/>
              </a:solidFill>
              <a:effectLst/>
              <a:uFillTx/>
              <a:latin typeface="Arial"/>
            </a:endParaRPr>
          </a:p>
        </p:txBody>
      </p:sp>
      <p:sp>
        <p:nvSpPr>
          <p:cNvPr id="478" name="PlaceHolder 1"/>
          <p:cNvSpPr>
            <a:spLocks noGrp="1"/>
          </p:cNvSpPr>
          <p:nvPr>
            <p:ph type="body"/>
          </p:nvPr>
        </p:nvSpPr>
        <p:spPr>
          <a:xfrm>
            <a:off x="5353560" y="2555640"/>
            <a:ext cx="1483920" cy="127908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79" name="PlaceHolder 2"/>
          <p:cNvSpPr>
            <a:spLocks noGrp="1"/>
          </p:cNvSpPr>
          <p:nvPr>
            <p:ph type="body"/>
          </p:nvPr>
        </p:nvSpPr>
        <p:spPr>
          <a:xfrm>
            <a:off x="3115800" y="2555640"/>
            <a:ext cx="1483920" cy="127908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80" name="PlaceHolder 3"/>
          <p:cNvSpPr>
            <a:spLocks noGrp="1"/>
          </p:cNvSpPr>
          <p:nvPr>
            <p:ph type="body"/>
          </p:nvPr>
        </p:nvSpPr>
        <p:spPr>
          <a:xfrm>
            <a:off x="7602480" y="2555640"/>
            <a:ext cx="1483920" cy="127908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81" name="PlaceHolder 4"/>
          <p:cNvSpPr>
            <a:spLocks noGrp="1"/>
          </p:cNvSpPr>
          <p:nvPr>
            <p:ph type="body"/>
          </p:nvPr>
        </p:nvSpPr>
        <p:spPr>
          <a:xfrm>
            <a:off x="9839880" y="2555640"/>
            <a:ext cx="1483920" cy="127908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82" name="PlaceHolder 5"/>
          <p:cNvSpPr>
            <a:spLocks noGrp="1"/>
          </p:cNvSpPr>
          <p:nvPr>
            <p:ph type="title"/>
          </p:nvPr>
        </p:nvSpPr>
        <p:spPr>
          <a:xfrm>
            <a:off x="432000" y="647640"/>
            <a:ext cx="11338920" cy="6991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800" b="1" u="none" strike="noStrike">
                <a:solidFill>
                  <a:schemeClr val="dk1"/>
                </a:solidFill>
                <a:effectLst/>
                <a:uFillTx/>
                <a:latin typeface="Trebuchet MS"/>
              </a:defRPr>
            </a:lvl1pPr>
          </a:lstStyle>
          <a:p>
            <a:pPr indent="0" algn="ctr" defTabSz="457200">
              <a:lnSpc>
                <a:spcPct val="100000"/>
              </a:lnSpc>
              <a:buNone/>
              <a:tabLst>
                <a:tab pos="0" algn="l"/>
              </a:tabLst>
            </a:pPr>
            <a:r>
              <a:rPr lang="en-US" sz="4800" b="1" u="none" strike="noStrike">
                <a:solidFill>
                  <a:schemeClr val="dk1"/>
                </a:solidFill>
                <a:effectLst/>
                <a:uFillTx/>
                <a:latin typeface="Trebuchet MS"/>
              </a:rPr>
              <a:t>Click to edit Master title style</a:t>
            </a:r>
            <a:endParaRPr lang="en-US" sz="4800" b="1" u="none" strike="noStrike">
              <a:solidFill>
                <a:schemeClr val="dk1"/>
              </a:solidFill>
              <a:effectLst/>
              <a:uFillTx/>
              <a:latin typeface="Trebuchet MS"/>
            </a:endParaRPr>
          </a:p>
        </p:txBody>
      </p:sp>
      <p:sp>
        <p:nvSpPr>
          <p:cNvPr id="461" name="Hexagon 8"/>
          <p:cNvSpPr/>
          <p:nvPr/>
        </p:nvSpPr>
        <p:spPr>
          <a:xfrm>
            <a:off x="546840" y="3467520"/>
            <a:ext cx="457200" cy="39384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62" name="Hexagon 9"/>
          <p:cNvSpPr/>
          <p:nvPr/>
        </p:nvSpPr>
        <p:spPr>
          <a:xfrm>
            <a:off x="11113200" y="2394720"/>
            <a:ext cx="357480" cy="307800"/>
          </a:xfrm>
          <a:prstGeom prst="hexagon">
            <a:avLst>
              <a:gd name="adj" fmla="val 25000"/>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63" name="Hexagon 10"/>
          <p:cNvSpPr/>
          <p:nvPr/>
        </p:nvSpPr>
        <p:spPr>
          <a:xfrm>
            <a:off x="10882800" y="2202120"/>
            <a:ext cx="229680" cy="197640"/>
          </a:xfrm>
          <a:prstGeom prst="hexagon">
            <a:avLst>
              <a:gd name="adj" fmla="val 25000"/>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83" name="PlaceHolder 6"/>
          <p:cNvSpPr>
            <a:spLocks noGrp="1"/>
          </p:cNvSpPr>
          <p:nvPr>
            <p:ph type="body"/>
          </p:nvPr>
        </p:nvSpPr>
        <p:spPr>
          <a:xfrm>
            <a:off x="546840" y="417276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marL="228600"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84" name="PlaceHolder 7"/>
          <p:cNvSpPr>
            <a:spLocks noGrp="1"/>
          </p:cNvSpPr>
          <p:nvPr>
            <p:ph type="body"/>
          </p:nvPr>
        </p:nvSpPr>
        <p:spPr>
          <a:xfrm>
            <a:off x="556560" y="458820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85" name="PlaceHolder 8"/>
          <p:cNvSpPr>
            <a:spLocks noGrp="1"/>
          </p:cNvSpPr>
          <p:nvPr>
            <p:ph type="body"/>
          </p:nvPr>
        </p:nvSpPr>
        <p:spPr>
          <a:xfrm>
            <a:off x="2789640" y="417276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marL="228600"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86" name="PlaceHolder 9"/>
          <p:cNvSpPr>
            <a:spLocks noGrp="1"/>
          </p:cNvSpPr>
          <p:nvPr>
            <p:ph type="body"/>
          </p:nvPr>
        </p:nvSpPr>
        <p:spPr>
          <a:xfrm>
            <a:off x="2789640" y="458820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87" name="PlaceHolder 10"/>
          <p:cNvSpPr>
            <a:spLocks noGrp="1"/>
          </p:cNvSpPr>
          <p:nvPr>
            <p:ph type="body"/>
          </p:nvPr>
        </p:nvSpPr>
        <p:spPr>
          <a:xfrm>
            <a:off x="5032440" y="417276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marL="228600"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88" name="PlaceHolder 11"/>
          <p:cNvSpPr>
            <a:spLocks noGrp="1"/>
          </p:cNvSpPr>
          <p:nvPr>
            <p:ph type="body"/>
          </p:nvPr>
        </p:nvSpPr>
        <p:spPr>
          <a:xfrm>
            <a:off x="5029200" y="458820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89" name="PlaceHolder 12"/>
          <p:cNvSpPr>
            <a:spLocks noGrp="1"/>
          </p:cNvSpPr>
          <p:nvPr>
            <p:ph type="body"/>
          </p:nvPr>
        </p:nvSpPr>
        <p:spPr>
          <a:xfrm>
            <a:off x="7275240" y="417276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marL="228600"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90" name="PlaceHolder 13"/>
          <p:cNvSpPr>
            <a:spLocks noGrp="1"/>
          </p:cNvSpPr>
          <p:nvPr>
            <p:ph type="body"/>
          </p:nvPr>
        </p:nvSpPr>
        <p:spPr>
          <a:xfrm>
            <a:off x="7275240" y="458820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91" name="PlaceHolder 14"/>
          <p:cNvSpPr>
            <a:spLocks noGrp="1"/>
          </p:cNvSpPr>
          <p:nvPr>
            <p:ph type="body"/>
          </p:nvPr>
        </p:nvSpPr>
        <p:spPr>
          <a:xfrm>
            <a:off x="9518040" y="417276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marL="228600"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92" name="PlaceHolder 15"/>
          <p:cNvSpPr>
            <a:spLocks noGrp="1"/>
          </p:cNvSpPr>
          <p:nvPr>
            <p:ph type="body"/>
          </p:nvPr>
        </p:nvSpPr>
        <p:spPr>
          <a:xfrm>
            <a:off x="9518040" y="458820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93" name="PlaceHolder 16"/>
          <p:cNvSpPr>
            <a:spLocks noGrp="1"/>
          </p:cNvSpPr>
          <p:nvPr>
            <p:ph type="body"/>
          </p:nvPr>
        </p:nvSpPr>
        <p:spPr>
          <a:xfrm>
            <a:off x="878400" y="2555640"/>
            <a:ext cx="1483920" cy="127908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440" name="PlaceHolder 1"/>
          <p:cNvSpPr>
            <a:spLocks noGrp="1"/>
          </p:cNvSpPr>
          <p:nvPr>
            <p:ph type="title"/>
          </p:nvPr>
        </p:nvSpPr>
        <p:spPr>
          <a:xfrm>
            <a:off x="432000" y="581760"/>
            <a:ext cx="11338920" cy="830880"/>
          </a:xfrm>
          <a:prstGeom prst="rect">
            <a:avLst/>
          </a:prstGeom>
          <a:noFill/>
          <a:ln w="0">
            <a:noFill/>
          </a:ln>
        </p:spPr>
        <p:txBody>
          <a:bodyPr lIns="0" tIns="0" rIns="0" bIns="0" anchor="ctr">
            <a:spAutoFit/>
          </a:bodyPr>
          <a:p>
            <a:pPr indent="0" algn="ctr" defTabSz="457200">
              <a:buNone/>
              <a:tabLst>
                <a:tab pos="0" algn="l"/>
              </a:tabLst>
            </a:pPr>
            <a:endParaRPr lang="en-US" sz="4800" b="1" u="none" strike="noStrike">
              <a:solidFill>
                <a:schemeClr val="dk1"/>
              </a:solidFill>
              <a:effectLst/>
              <a:uFillTx/>
              <a:latin typeface="Trebuchet MS"/>
            </a:endParaRPr>
          </a:p>
        </p:txBody>
      </p:sp>
      <p:sp>
        <p:nvSpPr>
          <p:cNvPr id="441" name="PlaceHolder 2"/>
          <p:cNvSpPr>
            <a:spLocks noGrp="1"/>
          </p:cNvSpPr>
          <p:nvPr>
            <p:ph type="subTitle"/>
          </p:nvPr>
        </p:nvSpPr>
        <p:spPr>
          <a:xfrm>
            <a:off x="5353560" y="2511360"/>
            <a:ext cx="1483920" cy="1367640"/>
          </a:xfrm>
          <a:prstGeom prst="rect">
            <a:avLst/>
          </a:prstGeom>
          <a:noFill/>
          <a:ln w="0">
            <a:noFill/>
          </a:ln>
        </p:spPr>
        <p:txBody>
          <a:bodyPr lIns="0" tIns="0" rIns="0" bIns="0" anchor="ctr">
            <a:spAutoFit/>
          </a:bodyPr>
          <a:p>
            <a:pPr indent="0" algn="ctr">
              <a:buNone/>
            </a:pPr>
            <a:endParaRPr lang="en-IN" sz="3200" b="0" u="none" strike="noStrike">
              <a:solidFill>
                <a:srgbClr val="000000"/>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eam">
    <p:spTree>
      <p:nvGrpSpPr>
        <p:cNvPr id="1" name=""/>
        <p:cNvGrpSpPr/>
        <p:nvPr/>
      </p:nvGrpSpPr>
      <p:grpSpPr>
        <a:xfrm>
          <a:off x="0" y="0"/>
          <a:ext cx="0" cy="0"/>
          <a:chOff x="0" y="0"/>
          <a:chExt cx="0" cy="0"/>
        </a:xfrm>
      </p:grpSpPr>
      <p:sp>
        <p:nvSpPr>
          <p:cNvPr id="512" name="PlaceHolder 1"/>
          <p:cNvSpPr>
            <a:spLocks noGrp="1"/>
          </p:cNvSpPr>
          <p:nvPr>
            <p:ph type="title"/>
          </p:nvPr>
        </p:nvSpPr>
        <p:spPr>
          <a:xfrm>
            <a:off x="432000" y="581760"/>
            <a:ext cx="11338920" cy="830880"/>
          </a:xfrm>
          <a:prstGeom prst="rect">
            <a:avLst/>
          </a:prstGeom>
          <a:noFill/>
          <a:ln w="0">
            <a:noFill/>
          </a:ln>
        </p:spPr>
        <p:txBody>
          <a:bodyPr lIns="0" tIns="0" rIns="0" bIns="0" anchor="ctr">
            <a:spAutoFit/>
          </a:bodyPr>
          <a:p>
            <a:pPr indent="0" algn="ctr" defTabSz="457200">
              <a:buNone/>
              <a:tabLst>
                <a:tab pos="0" algn="l"/>
              </a:tabLst>
            </a:pPr>
            <a:endParaRPr lang="en-US" sz="4800" b="1" u="none" strike="noStrike">
              <a:solidFill>
                <a:schemeClr val="dk1"/>
              </a:solidFill>
              <a:effectLst/>
              <a:uFillTx/>
              <a:latin typeface="Trebuchet MS"/>
            </a:endParaRPr>
          </a:p>
        </p:txBody>
      </p:sp>
      <p:sp>
        <p:nvSpPr>
          <p:cNvPr id="513" name="PlaceHolder 2"/>
          <p:cNvSpPr>
            <a:spLocks noGrp="1"/>
          </p:cNvSpPr>
          <p:nvPr>
            <p:ph type="subTitle"/>
          </p:nvPr>
        </p:nvSpPr>
        <p:spPr>
          <a:xfrm>
            <a:off x="5353560" y="2511360"/>
            <a:ext cx="1483920" cy="1367640"/>
          </a:xfrm>
          <a:prstGeom prst="rect">
            <a:avLst/>
          </a:prstGeom>
          <a:noFill/>
          <a:ln w="0">
            <a:noFill/>
          </a:ln>
        </p:spPr>
        <p:txBody>
          <a:bodyPr lIns="0" tIns="0" rIns="0" bIns="0" anchor="ctr">
            <a:spAutoFit/>
          </a:bodyPr>
          <a:p>
            <a:pPr indent="0" algn="ctr">
              <a:buNone/>
            </a:pPr>
            <a:endParaRPr lang="en-IN" sz="32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5" Type="http://schemas.openxmlformats.org/officeDocument/2006/relationships/slideLayout" Target="../slideLayouts/slideLayout21.xml"/><Relationship Id="rId6" Type="http://schemas.openxmlformats.org/officeDocument/2006/relationships/slideLayout" Target="../slideLayouts/slideLayout22.xml"/>
</Relationships>
</file>

<file path=ppt/slideMasters/_rels/slideMaster21.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23.xml"/>
</Relationships>
</file>

<file path=ppt/slideMasters/_rels/slideMaster23.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 name="Group 43"/>
          <p:cNvGrpSpPr/>
          <p:nvPr/>
        </p:nvGrpSpPr>
        <p:grpSpPr>
          <a:xfrm>
            <a:off x="0" y="-8640"/>
            <a:ext cx="12191040" cy="6867360"/>
            <a:chOff x="0" y="-8640"/>
            <a:chExt cx="12191040" cy="6867360"/>
          </a:xfrm>
        </p:grpSpPr>
        <p:cxnSp>
          <p:nvCxnSpPr>
            <p:cNvPr id="3"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4"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5"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6"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0"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1"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13" name="Date Placeholder 3" hidden="1"/>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10DA36E3-8F57-4599-A8D0-C8293E48AD09}"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14" name="Footer Placeholder 4" hidden="1"/>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5" name="Slide Number Placeholder 5" hidden="1"/>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2D8DE263-68B1-428A-A62F-C0904A0A220B}" type="slidenum">
              <a:rPr lang="en-US" sz="1100" b="0" u="none" strike="noStrike">
                <a:solidFill>
                  <a:schemeClr val="accent4"/>
                </a:solidFill>
                <a:effectLst/>
                <a:uFillTx/>
                <a:latin typeface="Trebuchet MS"/>
              </a:rPr>
              <a:t>14</a:t>
            </a:fld>
            <a:endParaRPr lang="en-IN" sz="1100" b="0" u="none" strike="noStrike">
              <a:solidFill>
                <a:srgbClr val="000000"/>
              </a:solidFill>
              <a:effectLst/>
              <a:uFillTx/>
              <a:latin typeface="Arial"/>
            </a:endParaRPr>
          </a:p>
        </p:txBody>
      </p:sp>
      <p:grpSp>
        <p:nvGrpSpPr>
          <p:cNvPr id="16" name="Group 15"/>
          <p:cNvGrpSpPr/>
          <p:nvPr/>
        </p:nvGrpSpPr>
        <p:grpSpPr>
          <a:xfrm>
            <a:off x="0" y="-8640"/>
            <a:ext cx="12191040" cy="6867360"/>
            <a:chOff x="0" y="-8640"/>
            <a:chExt cx="12191040" cy="6867360"/>
          </a:xfrm>
        </p:grpSpPr>
        <p:sp>
          <p:nvSpPr>
            <p:cNvPr id="17" name="Freeform 14"/>
            <p:cNvSpPr/>
            <p:nvPr/>
          </p:nvSpPr>
          <p:spPr>
            <a:xfrm>
              <a:off x="0" y="-7920"/>
              <a:ext cx="862560" cy="5697000"/>
            </a:xfrm>
            <a:custGeom>
              <a:avLst/>
              <a:gdLst>
                <a:gd name="textAreaLeft" fmla="*/ 0 w 862560"/>
                <a:gd name="textAreaRight" fmla="*/ 863640 w 862560"/>
                <a:gd name="textAreaTop" fmla="*/ 0 h 5697000"/>
                <a:gd name="textAreaBottom" fmla="*/ 5698080 h 5697000"/>
              </a:gdLst>
              <a:ahLst/>
              <a:cxnLst/>
              <a:rect l="textAreaLeft" t="textAreaTop" r="textAreaRight" b="textAreaBottom"/>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cxnSp>
          <p:nvCxnSpPr>
            <p:cNvPr id="18" name="Straight Connector 18"/>
            <p:cNvCxnSpPr/>
            <p:nvPr/>
          </p:nvCxnSpPr>
          <p:spPr>
            <a:xfrm>
              <a:off x="9370800" y="0"/>
              <a:ext cx="1220400" cy="6859080"/>
            </a:xfrm>
            <a:prstGeom prst="straightConnector1">
              <a:avLst/>
            </a:prstGeom>
            <a:ln cap="rnd" w="9525">
              <a:solidFill>
                <a:schemeClr val="accent1">
                  <a:alpha val="70000"/>
                </a:schemeClr>
              </a:solidFill>
              <a:round/>
            </a:ln>
          </p:spPr>
        </p:cxnSp>
        <p:cxnSp>
          <p:nvCxnSpPr>
            <p:cNvPr id="19" name="Straight Connector 19"/>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20"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2" name="Isosceles Triangle 22"/>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4"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5"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6" name="Isosceles Triangle 26"/>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27" name="PlaceHolder 1"/>
          <p:cNvSpPr>
            <a:spLocks noGrp="1"/>
          </p:cNvSpPr>
          <p:nvPr>
            <p:ph type="title"/>
          </p:nvPr>
        </p:nvSpPr>
        <p:spPr>
          <a:xfrm>
            <a:off x="432000" y="626760"/>
            <a:ext cx="11338920" cy="740880"/>
          </a:xfrm>
          <a:prstGeom prst="rect">
            <a:avLst/>
          </a:prstGeom>
          <a:noFill/>
          <a:ln w="0">
            <a:noFill/>
          </a:ln>
        </p:spPr>
        <p:txBody>
          <a:bodyPr lIns="0" tIns="0" rIns="0" bIns="0" anchor="ctr">
            <a:spAutoFit/>
          </a:bodyPr>
          <a:lstStyle>
            <a:lvl1pPr indent="0" algn="l" defTabSz="457200">
              <a:lnSpc>
                <a:spcPct val="90000"/>
              </a:lnSpc>
              <a:buNone/>
              <a:tabLst>
                <a:tab pos="0" algn="l"/>
              </a:tabLst>
              <a:defRPr lang="en-US" sz="5400" b="0" u="none" strike="noStrike">
                <a:solidFill>
                  <a:schemeClr val="accent1"/>
                </a:solidFill>
                <a:effectLst/>
                <a:uFillTx/>
                <a:latin typeface="Trebuchet MS"/>
              </a:defRPr>
            </a:lvl1pPr>
          </a:lstStyle>
          <a:p>
            <a:pPr indent="0" algn="l" defTabSz="457200">
              <a:lnSpc>
                <a:spcPct val="90000"/>
              </a:lnSpc>
              <a:buNone/>
              <a:tabLst>
                <a:tab pos="0" algn="l"/>
              </a:tabLst>
            </a:pPr>
            <a:r>
              <a:rPr lang="en-US" sz="5400" b="0" u="none" strike="noStrike">
                <a:solidFill>
                  <a:schemeClr val="accent1"/>
                </a:solidFill>
                <a:effectLst/>
                <a:uFillTx/>
                <a:latin typeface="Trebuchet MS"/>
              </a:rPr>
              <a:t>Click to edit the title text format</a:t>
            </a:r>
            <a:endParaRPr lang="en-US" sz="5400" b="0" u="none" strike="noStrike">
              <a:solidFill>
                <a:schemeClr val="accent1"/>
              </a:solidFill>
              <a:effectLst/>
              <a:uFillTx/>
              <a:latin typeface="Trebuchet MS"/>
            </a:endParaRPr>
          </a:p>
        </p:txBody>
      </p:sp>
      <p:sp>
        <p:nvSpPr>
          <p:cNvPr id="28" name="PlaceHolder 2"/>
          <p:cNvSpPr>
            <a:spLocks noGrp="1"/>
          </p:cNvSpPr>
          <p:nvPr>
            <p:ph type="ftr" idx="1"/>
          </p:nvPr>
        </p:nvSpPr>
        <p:spPr>
          <a:xfrm>
            <a:off x="677160" y="6041520"/>
            <a:ext cx="6296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29" name="PlaceHolder 3"/>
          <p:cNvSpPr>
            <a:spLocks noGrp="1"/>
          </p:cNvSpPr>
          <p:nvPr>
            <p:ph type="sldNum" idx="2"/>
          </p:nvPr>
        </p:nvSpPr>
        <p:spPr>
          <a:xfrm>
            <a:off x="8590680" y="6041520"/>
            <a:ext cx="682200" cy="3639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6E64F8BF-2B66-496F-82AA-A20CBC582930}" type="slidenum">
              <a:rPr lang="en-US" sz="900" b="0" u="none" strike="noStrike">
                <a:solidFill>
                  <a:schemeClr val="accent1"/>
                </a:solidFill>
                <a:effectLst/>
                <a:uFillTx/>
                <a:latin typeface="Trebuchet MS"/>
              </a:rPr>
              <a:t>14</a:t>
            </a:fld>
            <a:endParaRPr lang="en-IN" sz="900" b="0" u="none" strike="noStrike">
              <a:solidFill>
                <a:srgbClr val="000000"/>
              </a:solidFill>
              <a:effectLst/>
              <a:uFillTx/>
              <a:latin typeface="Times New Roman"/>
            </a:endParaRPr>
          </a:p>
        </p:txBody>
      </p:sp>
      <p:sp>
        <p:nvSpPr>
          <p:cNvPr id="30" name="PlaceHolder 4"/>
          <p:cNvSpPr>
            <a:spLocks noGrp="1"/>
          </p:cNvSpPr>
          <p:nvPr>
            <p:ph type="dt" idx="3"/>
          </p:nvPr>
        </p:nvSpPr>
        <p:spPr>
          <a:xfrm>
            <a:off x="7205040" y="6041520"/>
            <a:ext cx="910800" cy="36396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8" r:id="rId2"/>
    <p:sldLayoutId id="2147483669" r:id="rId3"/>
    <p:sldLayoutId id="2147483670" r:id="rId4"/>
    <p:sldLayoutId id="2147483671" r:id="rId5"/>
    <p:sldLayoutId id="2147483672" r:id="rId6"/>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07" name="Group 43"/>
          <p:cNvGrpSpPr/>
          <p:nvPr/>
        </p:nvGrpSpPr>
        <p:grpSpPr>
          <a:xfrm>
            <a:off x="0" y="-8640"/>
            <a:ext cx="12191040" cy="6867360"/>
            <a:chOff x="0" y="-8640"/>
            <a:chExt cx="12191040" cy="6867360"/>
          </a:xfrm>
        </p:grpSpPr>
        <p:cxnSp>
          <p:nvCxnSpPr>
            <p:cNvPr id="408"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409"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410"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1"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2"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3"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4"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15"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16"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7"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418"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0FE67D69-6AEA-48F7-B879-B3E748E218A3}"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419"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420"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860EE7BE-3B97-4C1B-8050-30DA533E63E3}"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421" name="PlaceHolder 1"/>
          <p:cNvSpPr>
            <a:spLocks noGrp="1"/>
          </p:cNvSpPr>
          <p:nvPr>
            <p:ph type="body"/>
          </p:nvPr>
        </p:nvSpPr>
        <p:spPr>
          <a:xfrm>
            <a:off x="5353560" y="2555640"/>
            <a:ext cx="1483920" cy="127908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22" name="PlaceHolder 2"/>
          <p:cNvSpPr>
            <a:spLocks noGrp="1"/>
          </p:cNvSpPr>
          <p:nvPr>
            <p:ph type="body"/>
          </p:nvPr>
        </p:nvSpPr>
        <p:spPr>
          <a:xfrm>
            <a:off x="3115800" y="2555640"/>
            <a:ext cx="1483920" cy="127908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23" name="PlaceHolder 3"/>
          <p:cNvSpPr>
            <a:spLocks noGrp="1"/>
          </p:cNvSpPr>
          <p:nvPr>
            <p:ph type="body"/>
          </p:nvPr>
        </p:nvSpPr>
        <p:spPr>
          <a:xfrm>
            <a:off x="7602480" y="2555640"/>
            <a:ext cx="1483920" cy="127908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24" name="PlaceHolder 4"/>
          <p:cNvSpPr>
            <a:spLocks noGrp="1"/>
          </p:cNvSpPr>
          <p:nvPr>
            <p:ph type="body"/>
          </p:nvPr>
        </p:nvSpPr>
        <p:spPr>
          <a:xfrm>
            <a:off x="9839880" y="2555640"/>
            <a:ext cx="1483920" cy="127908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25" name="PlaceHolder 5"/>
          <p:cNvSpPr>
            <a:spLocks noGrp="1"/>
          </p:cNvSpPr>
          <p:nvPr>
            <p:ph type="title"/>
          </p:nvPr>
        </p:nvSpPr>
        <p:spPr>
          <a:xfrm>
            <a:off x="432000" y="647640"/>
            <a:ext cx="11338920" cy="69912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800" b="1" u="none" strike="noStrike">
                <a:solidFill>
                  <a:schemeClr val="dk1"/>
                </a:solidFill>
                <a:effectLst/>
                <a:uFillTx/>
                <a:latin typeface="Trebuchet MS"/>
              </a:defRPr>
            </a:lvl1pPr>
          </a:lstStyle>
          <a:p>
            <a:pPr indent="0" algn="ctr" defTabSz="457200">
              <a:lnSpc>
                <a:spcPct val="100000"/>
              </a:lnSpc>
              <a:buNone/>
              <a:tabLst>
                <a:tab pos="0" algn="l"/>
              </a:tabLst>
            </a:pPr>
            <a:r>
              <a:rPr lang="en-US" sz="4800" b="1" u="none" strike="noStrike">
                <a:solidFill>
                  <a:schemeClr val="dk1"/>
                </a:solidFill>
                <a:effectLst/>
                <a:uFillTx/>
                <a:latin typeface="Trebuchet MS"/>
              </a:rPr>
              <a:t>Click to edit Master title style</a:t>
            </a:r>
            <a:endParaRPr lang="en-US" sz="4800" b="1" u="none" strike="noStrike">
              <a:solidFill>
                <a:schemeClr val="dk1"/>
              </a:solidFill>
              <a:effectLst/>
              <a:uFillTx/>
              <a:latin typeface="Trebuchet MS"/>
            </a:endParaRPr>
          </a:p>
        </p:txBody>
      </p:sp>
      <p:sp>
        <p:nvSpPr>
          <p:cNvPr id="426" name="Hexagon 8"/>
          <p:cNvSpPr/>
          <p:nvPr/>
        </p:nvSpPr>
        <p:spPr>
          <a:xfrm>
            <a:off x="546840" y="3467520"/>
            <a:ext cx="457200" cy="39384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27" name="Hexagon 9"/>
          <p:cNvSpPr/>
          <p:nvPr/>
        </p:nvSpPr>
        <p:spPr>
          <a:xfrm>
            <a:off x="11113200" y="2394720"/>
            <a:ext cx="357480" cy="307800"/>
          </a:xfrm>
          <a:prstGeom prst="hexagon">
            <a:avLst>
              <a:gd name="adj" fmla="val 25000"/>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28" name="Hexagon 10"/>
          <p:cNvSpPr/>
          <p:nvPr/>
        </p:nvSpPr>
        <p:spPr>
          <a:xfrm>
            <a:off x="10882800" y="2202120"/>
            <a:ext cx="229680" cy="197640"/>
          </a:xfrm>
          <a:prstGeom prst="hexagon">
            <a:avLst>
              <a:gd name="adj" fmla="val 25000"/>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29" name="PlaceHolder 6"/>
          <p:cNvSpPr>
            <a:spLocks noGrp="1"/>
          </p:cNvSpPr>
          <p:nvPr>
            <p:ph type="body"/>
          </p:nvPr>
        </p:nvSpPr>
        <p:spPr>
          <a:xfrm>
            <a:off x="546840" y="417276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marL="228600"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30" name="PlaceHolder 7"/>
          <p:cNvSpPr>
            <a:spLocks noGrp="1"/>
          </p:cNvSpPr>
          <p:nvPr>
            <p:ph type="body"/>
          </p:nvPr>
        </p:nvSpPr>
        <p:spPr>
          <a:xfrm>
            <a:off x="556560" y="458820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31" name="PlaceHolder 8"/>
          <p:cNvSpPr>
            <a:spLocks noGrp="1"/>
          </p:cNvSpPr>
          <p:nvPr>
            <p:ph type="body"/>
          </p:nvPr>
        </p:nvSpPr>
        <p:spPr>
          <a:xfrm>
            <a:off x="2789640" y="417276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marL="228600"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32" name="PlaceHolder 9"/>
          <p:cNvSpPr>
            <a:spLocks noGrp="1"/>
          </p:cNvSpPr>
          <p:nvPr>
            <p:ph type="body"/>
          </p:nvPr>
        </p:nvSpPr>
        <p:spPr>
          <a:xfrm>
            <a:off x="2789640" y="458820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33" name="PlaceHolder 10"/>
          <p:cNvSpPr>
            <a:spLocks noGrp="1"/>
          </p:cNvSpPr>
          <p:nvPr>
            <p:ph type="body"/>
          </p:nvPr>
        </p:nvSpPr>
        <p:spPr>
          <a:xfrm>
            <a:off x="5032440" y="417276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marL="228600"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34" name="PlaceHolder 11"/>
          <p:cNvSpPr>
            <a:spLocks noGrp="1"/>
          </p:cNvSpPr>
          <p:nvPr>
            <p:ph type="body"/>
          </p:nvPr>
        </p:nvSpPr>
        <p:spPr>
          <a:xfrm>
            <a:off x="5029200" y="458820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35" name="PlaceHolder 12"/>
          <p:cNvSpPr>
            <a:spLocks noGrp="1"/>
          </p:cNvSpPr>
          <p:nvPr>
            <p:ph type="body"/>
          </p:nvPr>
        </p:nvSpPr>
        <p:spPr>
          <a:xfrm>
            <a:off x="7275240" y="417276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marL="228600"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36" name="PlaceHolder 13"/>
          <p:cNvSpPr>
            <a:spLocks noGrp="1"/>
          </p:cNvSpPr>
          <p:nvPr>
            <p:ph type="body"/>
          </p:nvPr>
        </p:nvSpPr>
        <p:spPr>
          <a:xfrm>
            <a:off x="7275240" y="458820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37" name="PlaceHolder 14"/>
          <p:cNvSpPr>
            <a:spLocks noGrp="1"/>
          </p:cNvSpPr>
          <p:nvPr>
            <p:ph type="body"/>
          </p:nvPr>
        </p:nvSpPr>
        <p:spPr>
          <a:xfrm>
            <a:off x="9518040" y="417276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marL="228600"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38" name="PlaceHolder 15"/>
          <p:cNvSpPr>
            <a:spLocks noGrp="1"/>
          </p:cNvSpPr>
          <p:nvPr>
            <p:ph type="body"/>
          </p:nvPr>
        </p:nvSpPr>
        <p:spPr>
          <a:xfrm>
            <a:off x="9518040" y="4588200"/>
            <a:ext cx="2138760" cy="343080"/>
          </a:xfrm>
          <a:prstGeom prst="rect">
            <a:avLst/>
          </a:prstGeom>
          <a:noFill/>
          <a:ln w="0">
            <a:noFill/>
          </a:ln>
        </p:spPr>
        <p:txBody>
          <a:bodyPr lIns="91440" tIns="45720" rIns="91440" bIns="45720" anchor="t">
            <a:noAutofit/>
          </a:bodyPr>
          <a:lstStyle>
            <a:lvl1pPr marL="228600"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39" name="PlaceHolder 16"/>
          <p:cNvSpPr>
            <a:spLocks noGrp="1"/>
          </p:cNvSpPr>
          <p:nvPr>
            <p:ph type="body"/>
          </p:nvPr>
        </p:nvSpPr>
        <p:spPr>
          <a:xfrm>
            <a:off x="878400" y="2555640"/>
            <a:ext cx="1483920" cy="1279080"/>
          </a:xfrm>
          <a:prstGeom prst="rect">
            <a:avLst/>
          </a:prstGeom>
          <a:noFill/>
          <a:ln w="0">
            <a:noFill/>
          </a:ln>
        </p:spPr>
        <p:txBody>
          <a:bodyPr lIns="90000" tIns="45000" rIns="90000" bIns="45000" anchor="ctr">
            <a:noAutofit/>
          </a:bodyPr>
          <a:lstStyle>
            <a:lvl1pPr marL="228600" indent="0" algn="ctr" defTabSz="457200">
              <a:lnSpc>
                <a:spcPct val="100000"/>
              </a:lnSpc>
              <a:spcBef>
                <a:spcPts val="1001"/>
              </a:spcBef>
              <a:buNone/>
              <a:tabLst>
                <a:tab pos="0" algn="l"/>
              </a:tabLst>
              <a:defRPr lang="en-US" sz="1800" b="0" u="none" strike="noStrike">
                <a:solidFill>
                  <a:schemeClr val="dk1"/>
                </a:solidFill>
                <a:effectLst/>
                <a:uFillTx/>
                <a:latin typeface="Trebuchet MS"/>
              </a:defRPr>
            </a:lvl1pPr>
          </a:lstStyle>
          <a:p>
            <a:pPr marL="228600" indent="0" algn="ctr" defTabSz="457200">
              <a:lnSpc>
                <a:spcPct val="100000"/>
              </a:lnSpc>
              <a:spcBef>
                <a:spcPts val="1001"/>
              </a:spcBef>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Tree>
  </p:cSld>
  <p:clrMap bg1="lt1" tx1="dk1" bg2="lt2" tx2="dk2" accent1="accent1" accent2="accent2" accent3="accent3" accent4="accent4" accent5="accent5" accent6="accent6" hlink="hlink" folHlink="folHlink"/>
  <p:sldLayoutIdLst>
    <p:sldLayoutId id="2147483674"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94" name="Group 43"/>
          <p:cNvGrpSpPr/>
          <p:nvPr/>
        </p:nvGrpSpPr>
        <p:grpSpPr>
          <a:xfrm>
            <a:off x="0" y="-8640"/>
            <a:ext cx="12191040" cy="6867360"/>
            <a:chOff x="0" y="-8640"/>
            <a:chExt cx="12191040" cy="6867360"/>
          </a:xfrm>
        </p:grpSpPr>
        <p:cxnSp>
          <p:nvCxnSpPr>
            <p:cNvPr id="495" name="Straight Connector 19"/>
            <p:cNvCxnSpPr/>
            <p:nvPr/>
          </p:nvCxnSpPr>
          <p:spPr>
            <a:xfrm>
              <a:off x="9370800" y="0"/>
              <a:ext cx="1220400" cy="6859080"/>
            </a:xfrm>
            <a:prstGeom prst="straightConnector1">
              <a:avLst/>
            </a:prstGeom>
            <a:ln cap="rnd" w="9525">
              <a:solidFill>
                <a:schemeClr val="accent1">
                  <a:alpha val="70000"/>
                </a:schemeClr>
              </a:solidFill>
              <a:round/>
            </a:ln>
          </p:spPr>
        </p:cxnSp>
        <p:cxnSp>
          <p:nvCxnSpPr>
            <p:cNvPr id="496" name="Straight Connector 20"/>
            <p:cNvCxnSpPr/>
            <p:nvPr/>
          </p:nvCxnSpPr>
          <p:spPr>
            <a:xfrm flipH="1">
              <a:off x="7425000" y="3681360"/>
              <a:ext cx="4764600" cy="3177720"/>
            </a:xfrm>
            <a:prstGeom prst="straightConnector1">
              <a:avLst/>
            </a:prstGeom>
            <a:ln cap="rnd" w="9525">
              <a:solidFill>
                <a:schemeClr val="accent1">
                  <a:alpha val="70000"/>
                </a:schemeClr>
              </a:solidFill>
              <a:round/>
            </a:ln>
          </p:spPr>
        </p:cxnSp>
        <p:sp>
          <p:nvSpPr>
            <p:cNvPr id="497"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98"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99" name="Isosceles Triangle 23"/>
            <p:cNvSpPr/>
            <p:nvPr/>
          </p:nvSpPr>
          <p:spPr>
            <a:xfrm>
              <a:off x="8932320" y="3048120"/>
              <a:ext cx="3258720" cy="38088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00"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01"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502"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503" name="Isosceles Triangle 27"/>
            <p:cNvSpPr/>
            <p:nvPr/>
          </p:nvSpPr>
          <p:spPr>
            <a:xfrm>
              <a:off x="10371600" y="3589920"/>
              <a:ext cx="1816200" cy="326700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04" name="Isosceles Triangle 18"/>
            <p:cNvSpPr/>
            <p:nvPr/>
          </p:nvSpPr>
          <p:spPr>
            <a:xfrm>
              <a:off x="0" y="4013280"/>
              <a:ext cx="447480" cy="284364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505" name="Date Placeholder 3"/>
          <p:cNvSpPr/>
          <p:nvPr/>
        </p:nvSpPr>
        <p:spPr>
          <a:xfrm>
            <a:off x="660240" y="6378840"/>
            <a:ext cx="27421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14498BEB-94AB-4993-A0FC-27FB0C43E81C}" type="datetime1">
              <a:rPr lang="en-US" sz="1100" b="0" u="none" strike="noStrike">
                <a:solidFill>
                  <a:schemeClr val="accent2"/>
                </a:solidFill>
                <a:effectLst/>
                <a:uFillTx/>
                <a:latin typeface="Trebuchet MS"/>
              </a:rPr>
              <a:t>09/04/2026</a:t>
            </a:fld>
            <a:endParaRPr lang="en-IN" sz="1100" b="0" u="none" strike="noStrike">
              <a:solidFill>
                <a:srgbClr val="000000"/>
              </a:solidFill>
              <a:effectLst/>
              <a:uFillTx/>
              <a:latin typeface="Arial"/>
            </a:endParaRPr>
          </a:p>
        </p:txBody>
      </p:sp>
      <p:sp>
        <p:nvSpPr>
          <p:cNvPr id="506" name="Footer Placeholder 4"/>
          <p:cNvSpPr/>
          <p:nvPr/>
        </p:nvSpPr>
        <p:spPr>
          <a:xfrm>
            <a:off x="1445400" y="6378840"/>
            <a:ext cx="4113720" cy="36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507" name="Slide Number Placeholder 5"/>
          <p:cNvSpPr/>
          <p:nvPr/>
        </p:nvSpPr>
        <p:spPr>
          <a:xfrm>
            <a:off x="8805240" y="6378840"/>
            <a:ext cx="2742120" cy="36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BF99EFF6-8CD8-4553-B08E-50D128DF4613}" type="slidenum">
              <a:rPr lang="en-US" sz="1100" b="0" u="none" strike="noStrike">
                <a:solidFill>
                  <a:schemeClr val="accent4"/>
                </a:solidFill>
                <a:effectLst/>
                <a:uFillTx/>
                <a:latin typeface="Trebuchet MS"/>
              </a:rPr>
              <a:t>1</a:t>
            </a:fld>
            <a:endParaRPr lang="en-IN" sz="1100" b="0" u="none" strike="noStrike">
              <a:solidFill>
                <a:srgbClr val="000000"/>
              </a:solidFill>
              <a:effectLst/>
              <a:uFillTx/>
              <a:latin typeface="Arial"/>
            </a:endParaRPr>
          </a:p>
        </p:txBody>
      </p:sp>
      <p:sp>
        <p:nvSpPr>
          <p:cNvPr id="508" name="Hexagon 8"/>
          <p:cNvSpPr/>
          <p:nvPr/>
        </p:nvSpPr>
        <p:spPr>
          <a:xfrm>
            <a:off x="546840" y="3467520"/>
            <a:ext cx="457200" cy="39384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509" name="Hexagon 9"/>
          <p:cNvSpPr/>
          <p:nvPr/>
        </p:nvSpPr>
        <p:spPr>
          <a:xfrm>
            <a:off x="11113200" y="2394720"/>
            <a:ext cx="357480" cy="307800"/>
          </a:xfrm>
          <a:prstGeom prst="hexagon">
            <a:avLst>
              <a:gd name="adj" fmla="val 25000"/>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510" name="Hexagon 10"/>
          <p:cNvSpPr/>
          <p:nvPr/>
        </p:nvSpPr>
        <p:spPr>
          <a:xfrm>
            <a:off x="10882800" y="2202120"/>
            <a:ext cx="229680" cy="197640"/>
          </a:xfrm>
          <a:prstGeom prst="hexagon">
            <a:avLst>
              <a:gd name="adj" fmla="val 25000"/>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511" name="PlaceHolder 1"/>
          <p:cNvSpPr>
            <a:spLocks noGrp="1"/>
          </p:cNvSpPr>
          <p:nvPr>
            <p:ph type="title"/>
          </p:nvPr>
        </p:nvSpPr>
        <p:spPr>
          <a:xfrm>
            <a:off x="432000" y="631440"/>
            <a:ext cx="11338920" cy="731880"/>
          </a:xfrm>
          <a:prstGeom prst="rect">
            <a:avLst/>
          </a:prstGeom>
          <a:noFill/>
          <a:ln w="0">
            <a:noFill/>
          </a:ln>
        </p:spPr>
        <p:txBody>
          <a:bodyPr lIns="0" tIns="0" rIns="0" bIns="0" anchor="ctr">
            <a:spAutoFit/>
          </a:bodyPr>
          <a:lstStyle>
            <a:lvl1pPr indent="0" algn="l" defTabSz="457200">
              <a:buNone/>
              <a:tabLst>
                <a:tab pos="0" algn="l"/>
              </a:tabLst>
              <a:defRPr lang="en-US" sz="4800" b="1" u="none" strike="noStrike">
                <a:solidFill>
                  <a:schemeClr val="dk1"/>
                </a:solidFill>
                <a:effectLst/>
                <a:uFillTx/>
                <a:latin typeface="Trebuchet MS"/>
              </a:defRPr>
            </a:lvl1pPr>
          </a:lstStyle>
          <a:p>
            <a:pPr indent="0" algn="l" defTabSz="457200">
              <a:buNone/>
              <a:tabLst>
                <a:tab pos="0" algn="l"/>
              </a:tabLst>
            </a:pPr>
            <a:r>
              <a:rPr lang="en-US" sz="4800" b="1" u="none" strike="noStrike">
                <a:solidFill>
                  <a:schemeClr val="dk1"/>
                </a:solidFill>
                <a:effectLst/>
                <a:uFillTx/>
                <a:latin typeface="Trebuchet MS"/>
              </a:rPr>
              <a:t>Click to edit the title text format</a:t>
            </a:r>
            <a:endParaRPr lang="en-US" sz="4800" b="1" u="none" strike="noStrike">
              <a:solidFill>
                <a:schemeClr val="dk1"/>
              </a:solidFill>
              <a:effectLst/>
              <a:uFillTx/>
              <a:latin typeface="Trebuchet MS"/>
            </a:endParaRPr>
          </a:p>
        </p:txBody>
      </p:sp>
    </p:spTree>
  </p:cSld>
  <p:clrMap bg1="lt1" tx1="dk1" bg2="lt2" tx2="dk2" accent1="accent1" accent2="accent2" accent3="accent3" accent4="accent4" accent5="accent5" accent6="accent6" hlink="hlink" folHlink="folHlink"/>
  <p:sldLayoutIdLst>
    <p:sldLayoutId id="2147483676"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8.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jpeg"/><Relationship Id="rId3" Type="http://schemas.openxmlformats.org/officeDocument/2006/relationships/slideLayout" Target="../slideLayouts/slideLayout20.xml"/>
</Relationships>
</file>

<file path=ppt/slides/_rels/slid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3.png"/><Relationship Id="rId3" Type="http://schemas.openxmlformats.org/officeDocument/2006/relationships/slideLayout" Target="../slideLayouts/slideLayout20.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0.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slideLayout" Target="../slideLayouts/slideLayout19.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6.png"/><Relationship Id="rId3" Type="http://schemas.openxmlformats.org/officeDocument/2006/relationships/slideLayout" Target="../slideLayouts/slideLayout20.xml"/>
</Relationships>
</file>

<file path=ppt/slides/_rels/slide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7.png"/><Relationship Id="rId3" Type="http://schemas.openxmlformats.org/officeDocument/2006/relationships/slideLayout" Target="../slideLayouts/slideLayout20.xml"/>
</Relationships>
</file>

<file path=ppt/slides/_rels/slide8.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8.png"/><Relationship Id="rId3" Type="http://schemas.openxmlformats.org/officeDocument/2006/relationships/slideLayout" Target="../slideLayouts/slideLayout20.xml"/>
</Relationships>
</file>

<file path=ppt/slides/_rels/slide9.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9.png"/><Relationship Id="rId3" Type="http://schemas.openxmlformats.org/officeDocument/2006/relationships/slideLayout" Target="../slideLayouts/slideLayout20.xml"/>
</Relationships>
</file>

<file path=ppt/slides/_rels/slide10.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0.png"/><Relationship Id="rId3" Type="http://schemas.openxmlformats.org/officeDocument/2006/relationships/slideLayout" Target="../slideLayouts/slideLayout20.xml"/>
</Relationships>
</file>

<file path=ppt/slides/_rels/slide1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0.xml"/>
</Relationships>
</file>

<file path=ppt/slides/_rels/slide1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hyperlink" Target="https://github.com/OmJoshi02/Seasonal-Agriculture-Performance-Analysis.git" TargetMode="External"/><Relationship Id="rId3" Type="http://schemas.openxmlformats.org/officeDocument/2006/relationships/slideLayout" Target="../slideLayouts/slideLayout20.xml"/>
</Relationships>
</file>

<file path=ppt/slides/_rels/slide1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1.png"/><Relationship Id="rId3" Type="http://schemas.openxmlformats.org/officeDocument/2006/relationships/slideLayout" Target="../slideLayouts/slideLayout20.xml"/>
</Relationships>
</file>

<file path=ppt/slides/_rels/slide1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p:nvPr>
        </p:nvSpPr>
        <p:spPr>
          <a:xfrm>
            <a:off x="584280" y="3420000"/>
            <a:ext cx="9582480" cy="860400"/>
          </a:xfrm>
          <a:prstGeom prst="rect">
            <a:avLst/>
          </a:prstGeom>
          <a:noFill/>
          <a:ln w="0">
            <a:noFill/>
          </a:ln>
        </p:spPr>
        <p:txBody>
          <a:bodyPr lIns="91440" tIns="45720" rIns="91440" bIns="45720" anchor="t">
            <a:normAutofit/>
          </a:bodyPr>
          <a:p>
            <a:pPr indent="0" algn="l" defTabSz="457200">
              <a:lnSpc>
                <a:spcPct val="100000"/>
              </a:lnSpc>
              <a:spcBef>
                <a:spcPts val="1001"/>
              </a:spcBef>
              <a:buNone/>
              <a:tabLst>
                <a:tab pos="0" algn="l"/>
              </a:tabLst>
            </a:pPr>
            <a:r>
              <a:rPr lang="en-US" sz="2000" b="1" u="none" strike="noStrike">
                <a:solidFill>
                  <a:schemeClr val="dk1"/>
                </a:solidFill>
                <a:effectLst/>
                <a:uFillTx/>
                <a:latin typeface="Trebuchet MS"/>
              </a:rPr>
              <a:t>Student Name</a:t>
            </a:r>
            <a:r>
              <a:rPr lang="en-US" sz="2000" b="0" u="none" strike="noStrike">
                <a:solidFill>
                  <a:schemeClr val="dk1"/>
                </a:solidFill>
                <a:effectLst/>
                <a:uFillTx/>
                <a:latin typeface="Trebuchet MS"/>
              </a:rPr>
              <a:t> – Om Chandrakant Joshi </a:t>
            </a:r>
            <a:endParaRPr lang="en-US" sz="2000" b="0" u="none" strike="noStrike">
              <a:solidFill>
                <a:schemeClr val="dk1"/>
              </a:solidFill>
              <a:effectLst/>
              <a:uFillTx/>
              <a:latin typeface="Trebuchet MS"/>
            </a:endParaRPr>
          </a:p>
          <a:p>
            <a:pPr indent="0" algn="l" defTabSz="457200">
              <a:lnSpc>
                <a:spcPct val="100000"/>
              </a:lnSpc>
              <a:spcBef>
                <a:spcPts val="1001"/>
              </a:spcBef>
              <a:buNone/>
              <a:tabLst>
                <a:tab pos="0" algn="l"/>
              </a:tabLst>
            </a:pPr>
            <a:r>
              <a:rPr lang="en-US" sz="2000" b="1" u="none" strike="noStrike">
                <a:solidFill>
                  <a:schemeClr val="dk1"/>
                </a:solidFill>
                <a:effectLst/>
                <a:uFillTx/>
                <a:latin typeface="Trebuchet MS"/>
              </a:rPr>
              <a:t>College Name </a:t>
            </a:r>
            <a:r>
              <a:rPr lang="en-US" sz="2000" b="0" u="none" strike="noStrike">
                <a:solidFill>
                  <a:schemeClr val="dk1"/>
                </a:solidFill>
                <a:effectLst/>
                <a:uFillTx/>
                <a:latin typeface="Trebuchet MS"/>
              </a:rPr>
              <a:t>- D. Y. Patil College of Engineering and Technology, Kolhapur </a:t>
            </a:r>
            <a:endParaRPr lang="en-US" sz="2000" b="0" u="none" strike="noStrike">
              <a:solidFill>
                <a:schemeClr val="dk1"/>
              </a:solidFill>
              <a:effectLst/>
              <a:uFillTx/>
              <a:latin typeface="Trebuchet MS"/>
            </a:endParaRPr>
          </a:p>
        </p:txBody>
      </p:sp>
      <p:sp>
        <p:nvSpPr>
          <p:cNvPr id="521" name="PlaceHolder 2"/>
          <p:cNvSpPr>
            <a:spLocks noGrp="1"/>
          </p:cNvSpPr>
          <p:nvPr>
            <p:ph type="title"/>
          </p:nvPr>
        </p:nvSpPr>
        <p:spPr>
          <a:xfrm>
            <a:off x="584280" y="2700000"/>
            <a:ext cx="10395720" cy="742320"/>
          </a:xfrm>
          <a:prstGeom prst="rect">
            <a:avLst/>
          </a:prstGeom>
          <a:noFill/>
          <a:ln w="0">
            <a:noFill/>
          </a:ln>
        </p:spPr>
        <p:txBody>
          <a:bodyPr lIns="91440" tIns="45720" rIns="91440" bIns="45720" anchor="t">
            <a:normAutofit fontScale="85000" lnSpcReduction="9999"/>
          </a:bodyPr>
          <a:p>
            <a:pPr indent="0" algn="l" defTabSz="457200">
              <a:lnSpc>
                <a:spcPct val="100000"/>
              </a:lnSpc>
              <a:buNone/>
              <a:tabLst>
                <a:tab pos="0" algn="l"/>
              </a:tabLst>
            </a:pPr>
            <a:r>
              <a:rPr lang="en-GB" sz="3200" b="1" u="none" strike="noStrike">
                <a:solidFill>
                  <a:schemeClr val="dk1"/>
                </a:solidFill>
                <a:effectLst/>
                <a:uFillTx/>
                <a:latin typeface="Trebuchet MS"/>
              </a:rPr>
              <a:t>Project Title </a:t>
            </a:r>
            <a:r>
              <a:rPr lang="en-GB" sz="3200" b="0" u="none" strike="noStrike">
                <a:solidFill>
                  <a:schemeClr val="dk1"/>
                </a:solidFill>
                <a:effectLst/>
                <a:uFillTx/>
                <a:latin typeface="Trebuchet MS"/>
              </a:rPr>
              <a:t>- Seasonal Agriculture Performance Analysis</a:t>
            </a:r>
            <a:endParaRPr lang="en-US" sz="3200" b="0" u="none" strike="noStrike">
              <a:solidFill>
                <a:schemeClr val="dk1"/>
              </a:solidFill>
              <a:effectLst/>
              <a:uFillTx/>
              <a:latin typeface="Trebuchet MS"/>
            </a:endParaRPr>
          </a:p>
        </p:txBody>
      </p:sp>
      <p:sp>
        <p:nvSpPr>
          <p:cNvPr id="522" name="Text Placeholder 1"/>
          <p:cNvSpPr/>
          <p:nvPr/>
        </p:nvSpPr>
        <p:spPr>
          <a:xfrm>
            <a:off x="6400800" y="2793960"/>
            <a:ext cx="3310920" cy="860400"/>
          </a:xfrm>
          <a:prstGeom prst="rect">
            <a:avLst/>
          </a:prstGeom>
          <a:noFill/>
          <a:ln w="0">
            <a:noFill/>
          </a:ln>
        </p:spPr>
        <p:style>
          <a:lnRef idx="0"/>
          <a:fillRef idx="0"/>
          <a:effectRef idx="0"/>
          <a:fontRef idx="minor"/>
        </p:style>
        <p:txBody>
          <a:bodyPr lIns="90000" tIns="45000" rIns="90000" bIns="45000" anchor="t">
            <a:normAutofit/>
          </a:bodyPr>
          <a:p>
            <a:pPr defTabSz="457200">
              <a:lnSpc>
                <a:spcPct val="100000"/>
              </a:lnSpc>
              <a:spcBef>
                <a:spcPts val="1001"/>
              </a:spcBef>
              <a:tabLst>
                <a:tab pos="0" algn="l"/>
              </a:tabLst>
            </a:pPr>
            <a:endParaRPr lang="en-GB" sz="2400" b="1" u="none" strike="noStrike">
              <a:solidFill>
                <a:schemeClr val="accent4"/>
              </a:solidFill>
              <a:effectLst/>
              <a:uFillTx/>
              <a:latin typeface="Trebuchet MS"/>
            </a:endParaRPr>
          </a:p>
        </p:txBody>
      </p:sp>
      <p:pic>
        <p:nvPicPr>
          <p:cNvPr id="523" name="Picture 5"/>
          <p:cNvPicPr/>
          <p:nvPr/>
        </p:nvPicPr>
        <p:blipFill>
          <a:blip r:embed="rId1"/>
          <a:srcRect l="0" t="96136" r="0" b="0"/>
          <a:stretch/>
        </p:blipFill>
        <p:spPr>
          <a:xfrm>
            <a:off x="676080" y="6472080"/>
            <a:ext cx="2142000" cy="191880"/>
          </a:xfrm>
          <a:prstGeom prst="rect">
            <a:avLst/>
          </a:prstGeom>
          <a:noFill/>
          <a:ln w="0">
            <a:noFill/>
          </a:ln>
        </p:spPr>
      </p:pic>
      <p:sp>
        <p:nvSpPr>
          <p:cNvPr id="524" name="TextBox 2"/>
          <p:cNvSpPr/>
          <p:nvPr/>
        </p:nvSpPr>
        <p:spPr>
          <a:xfrm>
            <a:off x="720000" y="4576320"/>
            <a:ext cx="8582400" cy="36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chemeClr val="dk1"/>
                </a:solidFill>
                <a:effectLst/>
                <a:uFillTx/>
                <a:latin typeface="Trebuchet MS"/>
              </a:rPr>
              <a:t>AICTE STU ID : </a:t>
            </a:r>
            <a:r>
              <a:rPr lang="en-US" sz="1800" b="0" u="none" strike="noStrike">
                <a:solidFill>
                  <a:schemeClr val="dk1"/>
                </a:solidFill>
                <a:effectLst/>
                <a:uFillTx/>
                <a:latin typeface="Trebuchet MS"/>
              </a:rPr>
              <a:t>STU6699fa5ca8a7f1721367132</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6" presetClass="entr" fill="hold" nodeType="clickEffect">
                                  <p:stCondLst>
                                    <p:cond delay="0"/>
                                  </p:stCondLst>
                                  <p:childTnLst>
                                    <p:set>
                                      <p:cBhvr>
                                        <p:cTn id="6" dur="1" fill="hold">
                                          <p:stCondLst>
                                            <p:cond delay="0"/>
                                          </p:stCondLst>
                                        </p:cTn>
                                        <p:tgtEl>
                                          <p:spTgt spid="521"/>
                                        </p:tgtEl>
                                        <p:attrNameLst>
                                          <p:attrName>style.visibility</p:attrName>
                                        </p:attrNameLst>
                                      </p:cBhvr>
                                      <p:to>
                                        <p:strVal val="visible"/>
                                      </p:to>
                                    </p:set>
                                    <p:animEffect transition="in" filter="wipe(down)">
                                      <p:cBhvr additive="repl">
                                        <p:cTn id="7" dur="580">
                                          <p:stCondLst>
                                            <p:cond delay="0"/>
                                          </p:stCondLst>
                                        </p:cTn>
                                        <p:tgtEl>
                                          <p:spTgt spid="521"/>
                                        </p:tgtEl>
                                      </p:cBhvr>
                                    </p:animEffect>
                                    <p:anim calcmode="lin" valueType="num">
                                      <p:cBhvr additive="repl">
                                        <p:cTn id="8" dur="1822">
                                          <p:stCondLst>
                                            <p:cond delay="0"/>
                                          </p:stCondLst>
                                        </p:cTn>
                                        <p:tgtEl>
                                          <p:spTgt spid="521"/>
                                        </p:tgtEl>
                                        <p:attrNameLst>
                                          <p:attrName>ppt_x</p:attrName>
                                        </p:attrNameLst>
                                      </p:cBhvr>
                                      <p:tavLst>
                                        <p:tav>
                                          <p:val>
                                            <p:strVal val="#ppt_x-0.25"/>
                                          </p:val>
                                        </p:tav>
                                        <p:tav tm="100000">
                                          <p:val>
                                            <p:strVal val="#ppt_x"/>
                                          </p:val>
                                        </p:tav>
                                      </p:tavLst>
                                    </p:anim>
                                    <p:anim calcmode="lin" valueType="num">
                                      <p:cBhvr additive="repl">
                                        <p:cTn id="9" dur="664">
                                          <p:stCondLst>
                                            <p:cond delay="0"/>
                                          </p:stCondLst>
                                        </p:cTn>
                                        <p:tgtEl>
                                          <p:spTgt spid="521"/>
                                        </p:tgtEl>
                                        <p:attrNameLst>
                                          <p:attrName>ppt_y</p:attrName>
                                        </p:attrNameLst>
                                      </p:cBhvr>
                                      <p:tavLst>
                                        <p:tav fmla="y-sin(pi*$)/3">
                                          <p:val>
                                            <p:fltVal val="0.5"/>
                                          </p:val>
                                        </p:tav>
                                        <p:tav fmla="y-sin(pi*$)/3" tm="100000">
                                          <p:val>
                                            <p:fltVal val="1"/>
                                          </p:val>
                                        </p:tav>
                                      </p:tavLst>
                                    </p:anim>
                                    <p:anim calcmode="lin" valueType="num">
                                      <p:cBhvr additive="repl">
                                        <p:cTn id="10" dur="664">
                                          <p:stCondLst>
                                            <p:cond delay="664"/>
                                          </p:stCondLst>
                                        </p:cTn>
                                        <p:tgtEl>
                                          <p:spTgt spid="521"/>
                                        </p:tgtEl>
                                        <p:attrNameLst>
                                          <p:attrName>ppt_y</p:attrName>
                                        </p:attrNameLst>
                                      </p:cBhvr>
                                      <p:tavLst>
                                        <p:tav fmla="y-sin(pi*$)/9">
                                          <p:val>
                                            <p:fltVal val="0"/>
                                          </p:val>
                                        </p:tav>
                                        <p:tav fmla="y-sin(pi*$)/9" tm="100000">
                                          <p:val>
                                            <p:fltVal val="1"/>
                                          </p:val>
                                        </p:tav>
                                      </p:tavLst>
                                    </p:anim>
                                    <p:anim calcmode="lin" valueType="num">
                                      <p:cBhvr additive="repl">
                                        <p:cTn id="11" dur="332">
                                          <p:stCondLst>
                                            <p:cond delay="1324"/>
                                          </p:stCondLst>
                                        </p:cTn>
                                        <p:tgtEl>
                                          <p:spTgt spid="521"/>
                                        </p:tgtEl>
                                        <p:attrNameLst>
                                          <p:attrName>ppt_y</p:attrName>
                                        </p:attrNameLst>
                                      </p:cBhvr>
                                      <p:tavLst>
                                        <p:tav fmla="y-sin(pi*$)/27">
                                          <p:val>
                                            <p:fltVal val="0"/>
                                          </p:val>
                                        </p:tav>
                                        <p:tav fmla="y-sin(pi*$)/27" tm="100000">
                                          <p:val>
                                            <p:fltVal val="1"/>
                                          </p:val>
                                        </p:tav>
                                      </p:tavLst>
                                    </p:anim>
                                    <p:anim calcmode="lin" valueType="num">
                                      <p:cBhvr additive="repl">
                                        <p:cTn id="12" dur="164">
                                          <p:stCondLst>
                                            <p:cond delay="1656"/>
                                          </p:stCondLst>
                                        </p:cTn>
                                        <p:tgtEl>
                                          <p:spTgt spid="521"/>
                                        </p:tgtEl>
                                        <p:attrNameLst>
                                          <p:attrName>ppt_y</p:attrName>
                                        </p:attrNameLst>
                                      </p:cBhvr>
                                      <p:tavLst>
                                        <p:tav fmla="y-sin(pi*$)/81">
                                          <p:val>
                                            <p:fltVal val="0"/>
                                          </p:val>
                                        </p:tav>
                                        <p:tav fmla="y-sin(pi*$)/81" tm="100000">
                                          <p:val>
                                            <p:fltVal val="1"/>
                                          </p:val>
                                        </p:tav>
                                      </p:tavLst>
                                    </p:anim>
                                    <p:animScale>
                                      <p:cBhvr>
                                        <p:cTn id="13" dur="26" fill="hold">
                                          <p:stCondLst>
                                            <p:cond delay="650"/>
                                          </p:stCondLst>
                                        </p:cTn>
                                        <p:tgtEl>
                                          <p:spTgt spid="521"/>
                                        </p:tgtEl>
                                      </p:cBhvr>
                                      <p:to x="100000" y="60000"/>
                                    </p:animScale>
                                    <p:animScale>
                                      <p:cBhvr>
                                        <p:cTn id="14" dur="166" fill="hold">
                                          <p:stCondLst>
                                            <p:cond delay="676"/>
                                          </p:stCondLst>
                                        </p:cTn>
                                        <p:tgtEl>
                                          <p:spTgt spid="521"/>
                                        </p:tgtEl>
                                      </p:cBhvr>
                                      <p:to x="100000" y="100000"/>
                                    </p:animScale>
                                    <p:animScale>
                                      <p:cBhvr>
                                        <p:cTn id="15" dur="26" fill="hold">
                                          <p:stCondLst>
                                            <p:cond delay="1312"/>
                                          </p:stCondLst>
                                        </p:cTn>
                                        <p:tgtEl>
                                          <p:spTgt spid="521"/>
                                        </p:tgtEl>
                                      </p:cBhvr>
                                      <p:to x="100000" y="80000"/>
                                    </p:animScale>
                                    <p:animScale>
                                      <p:cBhvr>
                                        <p:cTn id="16" dur="166" fill="hold">
                                          <p:stCondLst>
                                            <p:cond delay="1338"/>
                                          </p:stCondLst>
                                        </p:cTn>
                                        <p:tgtEl>
                                          <p:spTgt spid="521"/>
                                        </p:tgtEl>
                                      </p:cBhvr>
                                      <p:to x="100000" y="100000"/>
                                    </p:animScale>
                                    <p:animScale>
                                      <p:cBhvr>
                                        <p:cTn id="17" dur="26" fill="hold">
                                          <p:stCondLst>
                                            <p:cond delay="1642"/>
                                          </p:stCondLst>
                                        </p:cTn>
                                        <p:tgtEl>
                                          <p:spTgt spid="521"/>
                                        </p:tgtEl>
                                      </p:cBhvr>
                                      <p:to x="100000" y="90000"/>
                                    </p:animScale>
                                    <p:animScale>
                                      <p:cBhvr>
                                        <p:cTn id="18" dur="166" fill="hold">
                                          <p:stCondLst>
                                            <p:cond delay="1668"/>
                                          </p:stCondLst>
                                        </p:cTn>
                                        <p:tgtEl>
                                          <p:spTgt spid="521"/>
                                        </p:tgtEl>
                                      </p:cBhvr>
                                      <p:to x="100000" y="100000"/>
                                    </p:animScale>
                                    <p:animScale>
                                      <p:cBhvr>
                                        <p:cTn id="19" dur="26" fill="hold">
                                          <p:stCondLst>
                                            <p:cond delay="1808"/>
                                          </p:stCondLst>
                                        </p:cTn>
                                        <p:tgtEl>
                                          <p:spTgt spid="521"/>
                                        </p:tgtEl>
                                      </p:cBhvr>
                                      <p:to x="100000" y="95000"/>
                                    </p:animScale>
                                    <p:animScale>
                                      <p:cBhvr>
                                        <p:cTn id="20" dur="166" fill="hold">
                                          <p:stCondLst>
                                            <p:cond delay="1834"/>
                                          </p:stCondLst>
                                        </p:cTn>
                                        <p:tgtEl>
                                          <p:spTgt spid="521"/>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fill="hold" nodeType="clickEffect" presetSubtype="16">
                                  <p:stCondLst>
                                    <p:cond delay="0"/>
                                  </p:stCondLst>
                                  <p:childTnLst>
                                    <p:set>
                                      <p:cBhvr>
                                        <p:cTn id="24" dur="1" fill="hold">
                                          <p:stCondLst>
                                            <p:cond delay="0"/>
                                          </p:stCondLst>
                                        </p:cTn>
                                        <p:tgtEl>
                                          <p:spTgt spid="522"/>
                                        </p:tgtEl>
                                        <p:attrNameLst>
                                          <p:attrName>style.visibility</p:attrName>
                                        </p:attrNameLst>
                                      </p:cBhvr>
                                      <p:to>
                                        <p:strVal val="visible"/>
                                      </p:to>
                                    </p:set>
                                    <p:anim calcmode="lin" valueType="num">
                                      <p:cBhvr additive="repl">
                                        <p:cTn id="25" dur="500" fill="hold"/>
                                        <p:tgtEl>
                                          <p:spTgt spid="522"/>
                                        </p:tgtEl>
                                        <p:attrNameLst>
                                          <p:attrName>ppt_w</p:attrName>
                                        </p:attrNameLst>
                                      </p:cBhvr>
                                      <p:tavLst>
                                        <p:tav>
                                          <p:val>
                                            <p:fltVal val="0"/>
                                          </p:val>
                                        </p:tav>
                                        <p:tav tm="100000">
                                          <p:val>
                                            <p:strVal val="#ppt_w"/>
                                          </p:val>
                                        </p:tav>
                                      </p:tavLst>
                                    </p:anim>
                                    <p:anim calcmode="lin" valueType="num">
                                      <p:cBhvr additive="repl">
                                        <p:cTn id="26" dur="500" fill="hold"/>
                                        <p:tgtEl>
                                          <p:spTgt spid="522"/>
                                        </p:tgtEl>
                                        <p:attrNameLst>
                                          <p:attrName>ppt_h</p:attrName>
                                        </p:attrNameLst>
                                      </p:cBhvr>
                                      <p:tavLst>
                                        <p:tav>
                                          <p:val>
                                            <p:fltVal val="0"/>
                                          </p:val>
                                        </p:tav>
                                        <p:tav tm="100000">
                                          <p:val>
                                            <p:strVal val="#ppt_h"/>
                                          </p:val>
                                        </p:tav>
                                      </p:tavLst>
                                    </p:anim>
                                    <p:animEffect transition="in" filter="fade">
                                      <p:cBhvr additive="repl">
                                        <p:cTn id="27" dur="500"/>
                                        <p:tgtEl>
                                          <p:spTgt spid="522"/>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fill="hold" nodeType="clickEffect" presetSubtype="10">
                                  <p:stCondLst>
                                    <p:cond delay="0"/>
                                  </p:stCondLst>
                                  <p:childTnLst>
                                    <p:set>
                                      <p:cBhvr>
                                        <p:cTn id="31" dur="1" fill="hold">
                                          <p:stCondLst>
                                            <p:cond delay="0"/>
                                          </p:stCondLst>
                                        </p:cTn>
                                        <p:tgtEl>
                                          <p:spTgt spid="520">
                                            <p:txEl>
                                              <p:pRg st="0" end="0"/>
                                            </p:txEl>
                                          </p:spTgt>
                                        </p:tgtEl>
                                        <p:attrNameLst>
                                          <p:attrName>style.visibility</p:attrName>
                                        </p:attrNameLst>
                                      </p:cBhvr>
                                      <p:to>
                                        <p:strVal val="visible"/>
                                      </p:to>
                                    </p:set>
                                    <p:animEffect transition="in" filter="randombar(horizontal)">
                                      <p:cBhvr additive="repl">
                                        <p:cTn id="32" dur="500"/>
                                        <p:tgtEl>
                                          <p:spTgt spid="52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fill="hold" nodeType="clickEffect" presetSubtype="10">
                                  <p:stCondLst>
                                    <p:cond delay="0"/>
                                  </p:stCondLst>
                                  <p:childTnLst>
                                    <p:set>
                                      <p:cBhvr>
                                        <p:cTn id="36" dur="1" fill="hold">
                                          <p:stCondLst>
                                            <p:cond delay="0"/>
                                          </p:stCondLst>
                                        </p:cTn>
                                        <p:tgtEl>
                                          <p:spTgt spid="520">
                                            <p:txEl>
                                              <p:pRg st="1" end="1"/>
                                            </p:txEl>
                                          </p:spTgt>
                                        </p:tgtEl>
                                        <p:attrNameLst>
                                          <p:attrName>style.visibility</p:attrName>
                                        </p:attrNameLst>
                                      </p:cBhvr>
                                      <p:to>
                                        <p:strVal val="visible"/>
                                      </p:to>
                                    </p:set>
                                    <p:animEffect transition="in" filter="randombar(horizontal)">
                                      <p:cBhvr additive="repl">
                                        <p:cTn id="37" dur="500"/>
                                        <p:tgtEl>
                                          <p:spTgt spid="520">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p:nvPr>
        </p:nvSpPr>
        <p:spPr>
          <a:xfrm>
            <a:off x="462240" y="1339920"/>
            <a:ext cx="6430320" cy="3606840"/>
          </a:xfrm>
          <a:prstGeom prst="rect">
            <a:avLst/>
          </a:prstGeom>
          <a:noFill/>
          <a:ln w="0">
            <a:noFill/>
          </a:ln>
        </p:spPr>
        <p:txBody>
          <a:bodyPr lIns="91440" tIns="45720" rIns="91440" bIns="45720" anchor="t">
            <a:noAutofit/>
          </a:bodyPr>
          <a:p>
            <a:pPr marL="343080" indent="-343080" algn="l" defTabSz="457200">
              <a:lnSpc>
                <a:spcPct val="100000"/>
              </a:lnSpc>
              <a:spcBef>
                <a:spcPts val="1001"/>
              </a:spcBef>
              <a:buClr>
                <a:srgbClr val="2E946B"/>
              </a:buClr>
              <a:buSzPct val="80000"/>
              <a:buFont typeface="Wingdings" charset="2"/>
              <a:buChar char=""/>
              <a:tabLst>
                <a:tab pos="0" algn="l"/>
              </a:tabLst>
            </a:pPr>
            <a:r>
              <a:rPr lang="en-IN" sz="1400" b="0" u="none" strike="noStrike">
                <a:solidFill>
                  <a:schemeClr val="dk1"/>
                </a:solidFill>
                <a:effectLst/>
                <a:uFillTx/>
                <a:latin typeface="Times New Roman"/>
              </a:rPr>
              <a:t>Agricultural activities are influenced by seasonal variations in environmental conditions,</a:t>
            </a:r>
            <a:endParaRPr lang="en-US" sz="1400" b="0" u="none" strike="noStrike">
              <a:solidFill>
                <a:schemeClr val="dk1"/>
              </a:solidFill>
              <a:effectLst/>
              <a:uFillTx/>
              <a:latin typeface="Trebuchet MS"/>
            </a:endParaRPr>
          </a:p>
          <a:p>
            <a:pPr marL="343080" indent="-343080" algn="l" defTabSz="457200">
              <a:lnSpc>
                <a:spcPct val="100000"/>
              </a:lnSpc>
              <a:spcBef>
                <a:spcPts val="1001"/>
              </a:spcBef>
              <a:buClr>
                <a:srgbClr val="2E946B"/>
              </a:buClr>
              <a:buSzPct val="80000"/>
              <a:buFont typeface="Wingdings" charset="2"/>
              <a:buChar char=""/>
              <a:tabLst>
                <a:tab pos="0" algn="l"/>
              </a:tabLst>
            </a:pPr>
            <a:r>
              <a:rPr lang="en-IN" sz="1400" b="0" u="none" strike="noStrike">
                <a:solidFill>
                  <a:schemeClr val="dk1"/>
                </a:solidFill>
                <a:effectLst/>
                <a:uFillTx/>
                <a:latin typeface="Times New Roman"/>
              </a:rPr>
              <a:t>farming practices, resource availability and market conditions. As a result, agricultural</a:t>
            </a:r>
            <a:endParaRPr lang="en-US" sz="1400" b="0" u="none" strike="noStrike">
              <a:solidFill>
                <a:schemeClr val="dk1"/>
              </a:solidFill>
              <a:effectLst/>
              <a:uFillTx/>
              <a:latin typeface="Trebuchet MS"/>
            </a:endParaRPr>
          </a:p>
          <a:p>
            <a:pPr marL="343080" indent="-343080" algn="l" defTabSz="457200">
              <a:lnSpc>
                <a:spcPct val="100000"/>
              </a:lnSpc>
              <a:spcBef>
                <a:spcPts val="1001"/>
              </a:spcBef>
              <a:buClr>
                <a:srgbClr val="2E946B"/>
              </a:buClr>
              <a:buSzPct val="80000"/>
              <a:buFont typeface="Wingdings" charset="2"/>
              <a:buChar char=""/>
              <a:tabLst>
                <a:tab pos="0" algn="l"/>
              </a:tabLst>
            </a:pPr>
            <a:r>
              <a:rPr lang="en-IN" sz="1400" b="0" u="none" strike="noStrike">
                <a:solidFill>
                  <a:schemeClr val="dk1"/>
                </a:solidFill>
                <a:effectLst/>
                <a:uFillTx/>
                <a:latin typeface="Times New Roman"/>
              </a:rPr>
              <a:t>performance may differ from one season to another.</a:t>
            </a:r>
            <a:endParaRPr lang="en-US" sz="1400" b="0" u="none" strike="noStrike">
              <a:solidFill>
                <a:schemeClr val="dk1"/>
              </a:solidFill>
              <a:effectLst/>
              <a:uFillTx/>
              <a:latin typeface="Trebuchet MS"/>
            </a:endParaRPr>
          </a:p>
          <a:p>
            <a:pPr marL="343080" indent="-343080" algn="l" defTabSz="457200">
              <a:lnSpc>
                <a:spcPct val="100000"/>
              </a:lnSpc>
              <a:spcBef>
                <a:spcPts val="1001"/>
              </a:spcBef>
              <a:buClr>
                <a:srgbClr val="2E946B"/>
              </a:buClr>
              <a:buSzPct val="80000"/>
              <a:buFont typeface="Wingdings" charset="2"/>
              <a:buChar char=""/>
              <a:tabLst>
                <a:tab pos="0" algn="l"/>
              </a:tabLst>
            </a:pPr>
            <a:r>
              <a:rPr lang="en-IN" sz="1400" b="0" u="none" strike="noStrike">
                <a:solidFill>
                  <a:schemeClr val="dk1"/>
                </a:solidFill>
                <a:effectLst/>
                <a:uFillTx/>
                <a:latin typeface="Times New Roman"/>
              </a:rPr>
              <a:t>However, raw agricultural data does not clearly explain how agricultural performance changes</a:t>
            </a:r>
            <a:endParaRPr lang="en-US" sz="1400" b="0" u="none" strike="noStrike">
              <a:solidFill>
                <a:schemeClr val="dk1"/>
              </a:solidFill>
              <a:effectLst/>
              <a:uFillTx/>
              <a:latin typeface="Trebuchet MS"/>
            </a:endParaRPr>
          </a:p>
          <a:p>
            <a:pPr marL="343080" indent="-343080" algn="l" defTabSz="457200">
              <a:lnSpc>
                <a:spcPct val="100000"/>
              </a:lnSpc>
              <a:spcBef>
                <a:spcPts val="1001"/>
              </a:spcBef>
              <a:buClr>
                <a:srgbClr val="2E946B"/>
              </a:buClr>
              <a:buSzPct val="80000"/>
              <a:buFont typeface="Wingdings" charset="2"/>
              <a:buChar char=""/>
              <a:tabLst>
                <a:tab pos="0" algn="l"/>
              </a:tabLst>
            </a:pPr>
            <a:r>
              <a:rPr lang="en-IN" sz="1400" b="0" u="none" strike="noStrike">
                <a:solidFill>
                  <a:schemeClr val="dk1"/>
                </a:solidFill>
                <a:effectLst/>
                <a:uFillTx/>
                <a:latin typeface="Times New Roman"/>
              </a:rPr>
              <a:t>across seasons or what patterns can be observed in different seasonal conditions.</a:t>
            </a:r>
            <a:endParaRPr lang="en-US" sz="1400" b="0" u="none" strike="noStrike">
              <a:solidFill>
                <a:schemeClr val="dk1"/>
              </a:solidFill>
              <a:effectLst/>
              <a:uFillTx/>
              <a:latin typeface="Trebuchet MS"/>
            </a:endParaRPr>
          </a:p>
          <a:p>
            <a:pPr marL="343080" indent="-343080" algn="l" defTabSz="457200">
              <a:lnSpc>
                <a:spcPct val="100000"/>
              </a:lnSpc>
              <a:spcBef>
                <a:spcPts val="1001"/>
              </a:spcBef>
              <a:buClr>
                <a:srgbClr val="2E946B"/>
              </a:buClr>
              <a:buSzPct val="80000"/>
              <a:buFont typeface="Wingdings" charset="2"/>
              <a:buChar char=""/>
              <a:tabLst>
                <a:tab pos="0" algn="l"/>
              </a:tabLst>
            </a:pPr>
            <a:r>
              <a:rPr lang="en-IN" sz="1400" b="0" u="none" strike="noStrike">
                <a:solidFill>
                  <a:schemeClr val="dk1"/>
                </a:solidFill>
                <a:effectLst/>
                <a:uFillTx/>
                <a:latin typeface="Times New Roman"/>
              </a:rPr>
              <a:t>The problem is to analyze the given agricultural dataset and investigate seasonal differences</a:t>
            </a:r>
            <a:endParaRPr lang="en-US" sz="1400" b="0" u="none" strike="noStrike">
              <a:solidFill>
                <a:schemeClr val="dk1"/>
              </a:solidFill>
              <a:effectLst/>
              <a:uFillTx/>
              <a:latin typeface="Trebuchet MS"/>
            </a:endParaRPr>
          </a:p>
          <a:p>
            <a:pPr marL="343080" indent="-343080" algn="l" defTabSz="457200">
              <a:lnSpc>
                <a:spcPct val="100000"/>
              </a:lnSpc>
              <a:spcBef>
                <a:spcPts val="1001"/>
              </a:spcBef>
              <a:buClr>
                <a:srgbClr val="2E946B"/>
              </a:buClr>
              <a:buSzPct val="80000"/>
              <a:buFont typeface="Wingdings" charset="2"/>
              <a:buChar char=""/>
              <a:tabLst>
                <a:tab pos="0" algn="l"/>
              </a:tabLst>
            </a:pPr>
            <a:r>
              <a:rPr lang="en-IN" sz="1400" b="0" u="none" strike="noStrike">
                <a:solidFill>
                  <a:schemeClr val="dk1"/>
                </a:solidFill>
                <a:effectLst/>
                <a:uFillTx/>
                <a:latin typeface="Times New Roman"/>
              </a:rPr>
              <a:t>in agricultural performance by identifying meaningful patterns, trends, relationships and</a:t>
            </a:r>
            <a:endParaRPr lang="en-US" sz="1400" b="0" u="none" strike="noStrike">
              <a:solidFill>
                <a:schemeClr val="dk1"/>
              </a:solidFill>
              <a:effectLst/>
              <a:uFillTx/>
              <a:latin typeface="Trebuchet MS"/>
            </a:endParaRPr>
          </a:p>
          <a:p>
            <a:pPr marL="343080" indent="-343080" algn="l" defTabSz="457200">
              <a:lnSpc>
                <a:spcPct val="100000"/>
              </a:lnSpc>
              <a:spcBef>
                <a:spcPts val="1001"/>
              </a:spcBef>
              <a:buClr>
                <a:srgbClr val="2E946B"/>
              </a:buClr>
              <a:buSzPct val="80000"/>
              <a:buFont typeface="Wingdings" charset="2"/>
              <a:buChar char=""/>
              <a:tabLst>
                <a:tab pos="0" algn="l"/>
              </a:tabLst>
            </a:pPr>
            <a:r>
              <a:rPr lang="en-IN" sz="1400" b="0" u="none" strike="noStrike">
                <a:solidFill>
                  <a:schemeClr val="dk1"/>
                </a:solidFill>
                <a:effectLst/>
                <a:uFillTx/>
                <a:latin typeface="Times New Roman"/>
              </a:rPr>
              <a:t>variations within the available data.</a:t>
            </a:r>
            <a:endParaRPr lang="en-US" sz="1400" b="0" u="none" strike="noStrike">
              <a:solidFill>
                <a:schemeClr val="dk1"/>
              </a:solidFill>
              <a:effectLst/>
              <a:uFillTx/>
              <a:latin typeface="Trebuchet MS"/>
            </a:endParaRPr>
          </a:p>
        </p:txBody>
      </p:sp>
      <p:sp>
        <p:nvSpPr>
          <p:cNvPr id="526" name="PlaceHolder 2"/>
          <p:cNvSpPr>
            <a:spLocks noGrp="1"/>
          </p:cNvSpPr>
          <p:nvPr>
            <p:ph type="title"/>
          </p:nvPr>
        </p:nvSpPr>
        <p:spPr>
          <a:xfrm>
            <a:off x="754560" y="550440"/>
            <a:ext cx="6994440" cy="789120"/>
          </a:xfrm>
          <a:prstGeom prst="rect">
            <a:avLst/>
          </a:prstGeom>
          <a:noFill/>
          <a:ln w="0">
            <a:noFill/>
          </a:ln>
        </p:spPr>
        <p:txBody>
          <a:bodyPr lIns="91440" tIns="45720" rIns="91440" bIns="45720" anchor="t">
            <a:normAutofit/>
          </a:bodyPr>
          <a:p>
            <a:pPr indent="0" algn="l" defTabSz="457200">
              <a:lnSpc>
                <a:spcPct val="100000"/>
              </a:lnSpc>
              <a:buNone/>
              <a:tabLst>
                <a:tab pos="0" algn="l"/>
              </a:tabLst>
            </a:pPr>
            <a:r>
              <a:rPr lang="en-US" sz="2800" b="1" u="none" strike="noStrike">
                <a:solidFill>
                  <a:schemeClr val="dk1"/>
                </a:solidFill>
                <a:effectLst/>
                <a:uFillTx/>
                <a:latin typeface="Trebuchet MS"/>
              </a:rPr>
              <a:t>PROBLEM  STATEMENT</a:t>
            </a:r>
            <a:endParaRPr lang="en-US" sz="2800" b="1" u="none" strike="noStrike">
              <a:solidFill>
                <a:schemeClr val="dk1"/>
              </a:solidFill>
              <a:effectLst/>
              <a:uFillTx/>
              <a:latin typeface="Trebuchet MS"/>
            </a:endParaRPr>
          </a:p>
        </p:txBody>
      </p:sp>
      <p:pic>
        <p:nvPicPr>
          <p:cNvPr id="527" name="Picture 4"/>
          <p:cNvPicPr/>
          <p:nvPr/>
        </p:nvPicPr>
        <p:blipFill>
          <a:blip r:embed="rId1"/>
          <a:stretch/>
        </p:blipFill>
        <p:spPr>
          <a:xfrm>
            <a:off x="7995600" y="2930760"/>
            <a:ext cx="2759760" cy="3263400"/>
          </a:xfrm>
          <a:prstGeom prst="rect">
            <a:avLst/>
          </a:prstGeom>
          <a:noFill/>
          <a:ln w="0">
            <a:noFill/>
          </a:ln>
        </p:spPr>
      </p:pic>
      <p:pic>
        <p:nvPicPr>
          <p:cNvPr id="528" name="Picture 5"/>
          <p:cNvPicPr/>
          <p:nvPr/>
        </p:nvPicPr>
        <p:blipFill>
          <a:blip r:embed="rId2"/>
          <a:srcRect l="0" t="96136" r="0" b="0"/>
          <a:stretch/>
        </p:blipFill>
        <p:spPr>
          <a:xfrm>
            <a:off x="676080" y="6472080"/>
            <a:ext cx="2142000" cy="191880"/>
          </a:xfrm>
          <a:prstGeom prst="rect">
            <a:avLst/>
          </a:prstGeom>
          <a:noFill/>
          <a:ln w="0">
            <a:noFill/>
          </a:ln>
        </p:spPr>
      </p:pic>
    </p:spTree>
  </p:cSld>
  <mc:AlternateContent>
    <mc:Choice Requires="p14">
      <p:transition spd="slow" p14:dur="2000"/>
    </mc:Choice>
    <mc:Fallback>
      <p:transition spd="slow"/>
    </mc:Fallback>
  </mc:AlternateContent>
  <p:timing>
    <p:tnLst>
      <p:par>
        <p:cTn id="38" dur="indefinite" restart="never" nodeType="tmRoot">
          <p:childTnLst>
            <p:seq>
              <p:cTn id="39" dur="indefinite" nodeType="mainSeq">
                <p:childTnLst>
                  <p:par>
                    <p:cTn id="40" fill="hold">
                      <p:stCondLst>
                        <p:cond delay="indefinite"/>
                      </p:stCondLst>
                      <p:childTnLst>
                        <p:par>
                          <p:cTn id="41" fill="hold">
                            <p:stCondLst>
                              <p:cond delay="0"/>
                            </p:stCondLst>
                            <p:childTnLst>
                              <p:par>
                                <p:cTn id="42" presetID="53" presetClass="entr" fill="hold" nodeType="clickEffect" presetSubtype="16">
                                  <p:stCondLst>
                                    <p:cond delay="0"/>
                                  </p:stCondLst>
                                  <p:childTnLst>
                                    <p:set>
                                      <p:cBhvr>
                                        <p:cTn id="43" dur="1" fill="hold">
                                          <p:stCondLst>
                                            <p:cond delay="0"/>
                                          </p:stCondLst>
                                        </p:cTn>
                                        <p:tgtEl>
                                          <p:spTgt spid="526"/>
                                        </p:tgtEl>
                                        <p:attrNameLst>
                                          <p:attrName>style.visibility</p:attrName>
                                        </p:attrNameLst>
                                      </p:cBhvr>
                                      <p:to>
                                        <p:strVal val="visible"/>
                                      </p:to>
                                    </p:set>
                                    <p:anim calcmode="lin" valueType="num">
                                      <p:cBhvr additive="repl">
                                        <p:cTn id="44" dur="500" fill="hold"/>
                                        <p:tgtEl>
                                          <p:spTgt spid="526"/>
                                        </p:tgtEl>
                                        <p:attrNameLst>
                                          <p:attrName>ppt_w</p:attrName>
                                        </p:attrNameLst>
                                      </p:cBhvr>
                                      <p:tavLst>
                                        <p:tav>
                                          <p:val>
                                            <p:fltVal val="0"/>
                                          </p:val>
                                        </p:tav>
                                        <p:tav tm="100000">
                                          <p:val>
                                            <p:strVal val="#ppt_w"/>
                                          </p:val>
                                        </p:tav>
                                      </p:tavLst>
                                    </p:anim>
                                    <p:anim calcmode="lin" valueType="num">
                                      <p:cBhvr additive="repl">
                                        <p:cTn id="45" dur="500" fill="hold"/>
                                        <p:tgtEl>
                                          <p:spTgt spid="526"/>
                                        </p:tgtEl>
                                        <p:attrNameLst>
                                          <p:attrName>ppt_h</p:attrName>
                                        </p:attrNameLst>
                                      </p:cBhvr>
                                      <p:tavLst>
                                        <p:tav>
                                          <p:val>
                                            <p:fltVal val="0"/>
                                          </p:val>
                                        </p:tav>
                                        <p:tav tm="100000">
                                          <p:val>
                                            <p:strVal val="#ppt_h"/>
                                          </p:val>
                                        </p:tav>
                                      </p:tavLst>
                                    </p:anim>
                                    <p:animEffect transition="in" filter="fade">
                                      <p:cBhvr additive="repl">
                                        <p:cTn id="46" dur="500"/>
                                        <p:tgtEl>
                                          <p:spTgt spid="526"/>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fill="hold" nodeType="clickEffect">
                                  <p:stCondLst>
                                    <p:cond delay="0"/>
                                  </p:stCondLst>
                                  <p:childTnLst>
                                    <p:set>
                                      <p:cBhvr>
                                        <p:cTn id="50" dur="1" fill="hold">
                                          <p:stCondLst>
                                            <p:cond delay="0"/>
                                          </p:stCondLst>
                                        </p:cTn>
                                        <p:tgtEl>
                                          <p:spTgt spid="525">
                                            <p:txEl>
                                              <p:pRg st="0" end="0"/>
                                            </p:txEl>
                                          </p:spTgt>
                                        </p:tgtEl>
                                        <p:attrNameLst>
                                          <p:attrName>style.visibility</p:attrName>
                                        </p:attrNameLst>
                                      </p:cBhvr>
                                      <p:to>
                                        <p:strVal val="visible"/>
                                      </p:to>
                                    </p:set>
                                    <p:animEffect transition="in" filter="fade">
                                      <p:cBhvr additive="repl">
                                        <p:cTn id="51" dur="1000"/>
                                        <p:tgtEl>
                                          <p:spTgt spid="525">
                                            <p:txEl>
                                              <p:pRg st="0" end="0"/>
                                            </p:txEl>
                                          </p:spTgt>
                                        </p:tgtEl>
                                      </p:cBhvr>
                                    </p:animEffect>
                                    <p:anim calcmode="lin" valueType="num">
                                      <p:cBhvr additive="repl">
                                        <p:cTn id="52" dur="1000" fill="hold"/>
                                        <p:tgtEl>
                                          <p:spTgt spid="525">
                                            <p:txEl>
                                              <p:pRg st="0" end="0"/>
                                            </p:txEl>
                                          </p:spTgt>
                                        </p:tgtEl>
                                        <p:attrNameLst>
                                          <p:attrName>ppt_x</p:attrName>
                                        </p:attrNameLst>
                                      </p:cBhvr>
                                      <p:tavLst>
                                        <p:tav>
                                          <p:val>
                                            <p:strVal val="#ppt_x"/>
                                          </p:val>
                                        </p:tav>
                                        <p:tav tm="100000">
                                          <p:val>
                                            <p:strVal val="#ppt_x"/>
                                          </p:val>
                                        </p:tav>
                                      </p:tavLst>
                                    </p:anim>
                                    <p:anim calcmode="lin" valueType="num">
                                      <p:cBhvr additive="repl">
                                        <p:cTn id="53" dur="1000" fill="hold"/>
                                        <p:tgtEl>
                                          <p:spTgt spid="525">
                                            <p:txEl>
                                              <p:pRg st="0" end="0"/>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lumMod val="95000"/>
          </a:schemeClr>
        </a:solidFill>
      </p:bgPr>
    </p:bg>
    <p:spTree>
      <p:nvGrpSpPr>
        <p:cNvPr id="1" name=""/>
        <p:cNvGrpSpPr/>
        <p:nvPr/>
      </p:nvGrpSpPr>
      <p:grpSpPr>
        <a:xfrm>
          <a:off x="0" y="0"/>
          <a:ext cx="0" cy="0"/>
          <a:chOff x="0" y="0"/>
          <a:chExt cx="0" cy="0"/>
        </a:xfrm>
      </p:grpSpPr>
      <p:sp>
        <p:nvSpPr>
          <p:cNvPr id="529" name="PlaceHolder 1"/>
          <p:cNvSpPr>
            <a:spLocks noGrp="1"/>
          </p:cNvSpPr>
          <p:nvPr>
            <p:ph type="title"/>
          </p:nvPr>
        </p:nvSpPr>
        <p:spPr>
          <a:xfrm>
            <a:off x="660240" y="805320"/>
            <a:ext cx="6275160" cy="829800"/>
          </a:xfrm>
          <a:prstGeom prst="rect">
            <a:avLst/>
          </a:prstGeom>
          <a:noFill/>
          <a:ln w="0">
            <a:noFill/>
          </a:ln>
        </p:spPr>
        <p:txBody>
          <a:bodyPr lIns="91440" tIns="45720" rIns="91440" bIns="45720" anchor="t">
            <a:normAutofit fontScale="55000" lnSpcReduction="19999"/>
          </a:bodyPr>
          <a:p>
            <a:pPr indent="0" algn="l" defTabSz="457200">
              <a:lnSpc>
                <a:spcPct val="100000"/>
              </a:lnSpc>
              <a:buNone/>
              <a:tabLst>
                <a:tab pos="0" algn="l"/>
              </a:tabLst>
            </a:pPr>
            <a:r>
              <a:rPr lang="en-GB" sz="3100" b="1" u="none" strike="noStrike">
                <a:solidFill>
                  <a:schemeClr val="dk1"/>
                </a:solidFill>
                <a:effectLst/>
                <a:uFillTx/>
                <a:latin typeface="Trebuchet MS"/>
              </a:rPr>
              <a:t>Project Description</a:t>
            </a:r>
            <a:r>
              <a:rPr lang="en-GB" sz="4800" b="1" u="none" strike="noStrike">
                <a:solidFill>
                  <a:schemeClr val="dk1"/>
                </a:solidFill>
                <a:effectLst/>
                <a:uFillTx/>
                <a:latin typeface="Trebuchet MS"/>
              </a:rPr>
              <a:t> </a:t>
            </a:r>
            <a:br>
              <a:rPr sz="4800"/>
            </a:br>
            <a:endParaRPr lang="en-US" sz="4800" b="1" u="none" strike="noStrike">
              <a:solidFill>
                <a:schemeClr val="dk1"/>
              </a:solidFill>
              <a:effectLst/>
              <a:uFillTx/>
              <a:latin typeface="Trebuchet MS"/>
            </a:endParaRPr>
          </a:p>
        </p:txBody>
      </p:sp>
      <p:pic>
        <p:nvPicPr>
          <p:cNvPr id="530" name="Picture 4"/>
          <p:cNvPicPr/>
          <p:nvPr/>
        </p:nvPicPr>
        <p:blipFill>
          <a:blip r:embed="rId1"/>
          <a:srcRect l="0" t="96136" r="0" b="0"/>
          <a:stretch/>
        </p:blipFill>
        <p:spPr>
          <a:xfrm>
            <a:off x="676080" y="6472080"/>
            <a:ext cx="2142000" cy="191880"/>
          </a:xfrm>
          <a:prstGeom prst="rect">
            <a:avLst/>
          </a:prstGeom>
          <a:noFill/>
          <a:ln w="0">
            <a:noFill/>
          </a:ln>
        </p:spPr>
      </p:pic>
      <p:pic>
        <p:nvPicPr>
          <p:cNvPr id="531" name="Picture 5"/>
          <p:cNvPicPr/>
          <p:nvPr/>
        </p:nvPicPr>
        <p:blipFill>
          <a:blip r:embed="rId2"/>
          <a:stretch/>
        </p:blipFill>
        <p:spPr>
          <a:xfrm>
            <a:off x="467280" y="6410520"/>
            <a:ext cx="3705120" cy="294840"/>
          </a:xfrm>
          <a:prstGeom prst="rect">
            <a:avLst/>
          </a:prstGeom>
          <a:noFill/>
          <a:ln w="0">
            <a:noFill/>
          </a:ln>
        </p:spPr>
      </p:pic>
      <p:sp>
        <p:nvSpPr>
          <p:cNvPr id="532" name="TextBox 1"/>
          <p:cNvSpPr/>
          <p:nvPr/>
        </p:nvSpPr>
        <p:spPr>
          <a:xfrm>
            <a:off x="863640" y="1889280"/>
            <a:ext cx="5706000" cy="28926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GB" sz="1400" b="0" u="none" strike="noStrike">
                <a:solidFill>
                  <a:schemeClr val="dk1"/>
                </a:solidFill>
                <a:effectLst/>
                <a:uFillTx/>
                <a:latin typeface="Times New Roman"/>
              </a:rPr>
              <a:t>Seasonal Agriculture Performance Analysis is a data analytics project that focuses on understanding how agricultural performance varies across different seasons due to changes in environmental conditions, farming practices, resource availability, geographical factors, and market conditions. The project aims to analyse the agricultural dataset to identify meaningful seasonal patterns, trends, relationships, and variations in crop production, resource usage, and economic performance. Through data cleaning, statistical analysis, comparison, and visualization techniques, the project will examine differences across seasons and identify significant or unusual patterns. The findings will be interpreted to generate evidence-based insights, conclusions, and recommendations that can support better seasonal agricultural planning and decision-making.</a:t>
            </a:r>
            <a:endParaRPr lang="en-IN" sz="1400" b="0" u="none" strike="noStrike">
              <a:solidFill>
                <a:srgbClr val="000000"/>
              </a:solidFill>
              <a:effectLst/>
              <a:uFillTx/>
              <a:latin typeface="Arial"/>
            </a:endParaRPr>
          </a:p>
          <a:p>
            <a:pPr defTabSz="914400">
              <a:lnSpc>
                <a:spcPct val="100000"/>
              </a:lnSpc>
            </a:pP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54" dur="indefinite" restart="never" nodeType="tmRoot">
          <p:childTnLst>
            <p:seq>
              <p:cTn id="55" dur="indefinite" nodeType="mainSeq">
                <p:childTnLst>
                  <p:par>
                    <p:cTn id="56" fill="hold">
                      <p:stCondLst>
                        <p:cond delay="indefinite"/>
                      </p:stCondLst>
                      <p:childTnLst>
                        <p:par>
                          <p:cTn id="57" fill="hold">
                            <p:stCondLst>
                              <p:cond delay="0"/>
                            </p:stCondLst>
                            <p:childTnLst>
                              <p:par>
                                <p:cTn id="58" presetID="53" presetClass="entr" fill="hold" nodeType="clickEffect" presetSubtype="16">
                                  <p:stCondLst>
                                    <p:cond delay="0"/>
                                  </p:stCondLst>
                                  <p:childTnLst>
                                    <p:set>
                                      <p:cBhvr>
                                        <p:cTn id="59" dur="1" fill="hold">
                                          <p:stCondLst>
                                            <p:cond delay="0"/>
                                          </p:stCondLst>
                                        </p:cTn>
                                        <p:tgtEl>
                                          <p:spTgt spid="529"/>
                                        </p:tgtEl>
                                        <p:attrNameLst>
                                          <p:attrName>style.visibility</p:attrName>
                                        </p:attrNameLst>
                                      </p:cBhvr>
                                      <p:to>
                                        <p:strVal val="visible"/>
                                      </p:to>
                                    </p:set>
                                    <p:anim calcmode="lin" valueType="num">
                                      <p:cBhvr additive="repl">
                                        <p:cTn id="60" dur="500" fill="hold"/>
                                        <p:tgtEl>
                                          <p:spTgt spid="529"/>
                                        </p:tgtEl>
                                        <p:attrNameLst>
                                          <p:attrName>ppt_w</p:attrName>
                                        </p:attrNameLst>
                                      </p:cBhvr>
                                      <p:tavLst>
                                        <p:tav>
                                          <p:val>
                                            <p:fltVal val="0"/>
                                          </p:val>
                                        </p:tav>
                                        <p:tav tm="100000">
                                          <p:val>
                                            <p:strVal val="#ppt_w"/>
                                          </p:val>
                                        </p:tav>
                                      </p:tavLst>
                                    </p:anim>
                                    <p:anim calcmode="lin" valueType="num">
                                      <p:cBhvr additive="repl">
                                        <p:cTn id="61" dur="500" fill="hold"/>
                                        <p:tgtEl>
                                          <p:spTgt spid="529"/>
                                        </p:tgtEl>
                                        <p:attrNameLst>
                                          <p:attrName>ppt_h</p:attrName>
                                        </p:attrNameLst>
                                      </p:cBhvr>
                                      <p:tavLst>
                                        <p:tav>
                                          <p:val>
                                            <p:fltVal val="0"/>
                                          </p:val>
                                        </p:tav>
                                        <p:tav tm="100000">
                                          <p:val>
                                            <p:strVal val="#ppt_h"/>
                                          </p:val>
                                        </p:tav>
                                      </p:tavLst>
                                    </p:anim>
                                    <p:animEffect transition="in" filter="fade">
                                      <p:cBhvr additive="repl">
                                        <p:cTn id="62" dur="500"/>
                                        <p:tgtEl>
                                          <p:spTgt spid="5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p:nvPr>
        </p:nvSpPr>
        <p:spPr>
          <a:xfrm>
            <a:off x="721440" y="1991520"/>
            <a:ext cx="8870760" cy="3988800"/>
          </a:xfrm>
          <a:prstGeom prst="rect">
            <a:avLst/>
          </a:prstGeom>
          <a:noFill/>
          <a:ln w="0">
            <a:noFill/>
          </a:ln>
        </p:spPr>
        <p:txBody>
          <a:bodyPr lIns="91440" tIns="45720" rIns="91440" bIns="45720" anchor="t">
            <a:normAutofit/>
          </a:bodyPr>
          <a:p>
            <a:pPr indent="0" algn="l" defTabSz="457200">
              <a:lnSpc>
                <a:spcPct val="100000"/>
              </a:lnSpc>
              <a:buNone/>
              <a:tabLst>
                <a:tab pos="0" algn="l"/>
              </a:tabLst>
            </a:pPr>
            <a:r>
              <a:rPr lang="en-GB" sz="1800" b="1" u="none" strike="noStrike">
                <a:solidFill>
                  <a:schemeClr val="dk1"/>
                </a:solidFill>
                <a:effectLst/>
                <a:uFillTx/>
                <a:latin typeface="Times New Roman"/>
              </a:rPr>
              <a:t>Farmers</a:t>
            </a:r>
            <a:r>
              <a:rPr lang="en-GB" sz="1800" b="0" u="none" strike="noStrike">
                <a:solidFill>
                  <a:schemeClr val="dk1"/>
                </a:solidFill>
                <a:effectLst/>
                <a:uFillTx/>
                <a:latin typeface="Times New Roman"/>
              </a:rPr>
              <a:t> – to understand seasonal patterns and improve farming decisions. </a:t>
            </a:r>
            <a:endParaRPr lang="en-US" sz="1800" b="0" u="none" strike="noStrike">
              <a:solidFill>
                <a:schemeClr val="dk1"/>
              </a:solidFill>
              <a:effectLst/>
              <a:uFillTx/>
              <a:latin typeface="Trebuchet MS"/>
            </a:endParaRPr>
          </a:p>
          <a:p>
            <a:pPr indent="0" algn="l" defTabSz="457200">
              <a:lnSpc>
                <a:spcPct val="100000"/>
              </a:lnSpc>
              <a:buNone/>
              <a:tabLst>
                <a:tab pos="0" algn="l"/>
              </a:tabLst>
            </a:pPr>
            <a:r>
              <a:rPr lang="en-GB" sz="1800" b="1" u="none" strike="noStrike">
                <a:solidFill>
                  <a:schemeClr val="dk1"/>
                </a:solidFill>
                <a:effectLst/>
                <a:uFillTx/>
                <a:latin typeface="Times New Roman"/>
              </a:rPr>
              <a:t>Agricultural planners</a:t>
            </a:r>
            <a:r>
              <a:rPr lang="en-GB" sz="1800" b="0" u="none" strike="noStrike">
                <a:solidFill>
                  <a:schemeClr val="dk1"/>
                </a:solidFill>
                <a:effectLst/>
                <a:uFillTx/>
                <a:latin typeface="Times New Roman"/>
              </a:rPr>
              <a:t> – to support evidence-based seasonal agricultural planning. </a:t>
            </a:r>
            <a:endParaRPr lang="en-US" sz="1800" b="0" u="none" strike="noStrike">
              <a:solidFill>
                <a:schemeClr val="dk1"/>
              </a:solidFill>
              <a:effectLst/>
              <a:uFillTx/>
              <a:latin typeface="Trebuchet MS"/>
            </a:endParaRPr>
          </a:p>
          <a:p>
            <a:pPr indent="0" algn="l" defTabSz="457200">
              <a:lnSpc>
                <a:spcPct val="100000"/>
              </a:lnSpc>
              <a:buNone/>
              <a:tabLst>
                <a:tab pos="0" algn="l"/>
              </a:tabLst>
            </a:pPr>
            <a:r>
              <a:rPr lang="en-GB" sz="1800" b="1" u="none" strike="noStrike">
                <a:solidFill>
                  <a:schemeClr val="dk1"/>
                </a:solidFill>
                <a:effectLst/>
                <a:uFillTx/>
                <a:latin typeface="Times New Roman"/>
              </a:rPr>
              <a:t>Agricultural researchers</a:t>
            </a:r>
            <a:r>
              <a:rPr lang="en-GB" sz="1800" b="0" u="none" strike="noStrike">
                <a:solidFill>
                  <a:schemeClr val="dk1"/>
                </a:solidFill>
                <a:effectLst/>
                <a:uFillTx/>
                <a:latin typeface="Times New Roman"/>
              </a:rPr>
              <a:t> – to study seasonal trends, environmental conditions, and crop performance. </a:t>
            </a:r>
            <a:endParaRPr lang="en-US" sz="1800" b="0" u="none" strike="noStrike">
              <a:solidFill>
                <a:schemeClr val="dk1"/>
              </a:solidFill>
              <a:effectLst/>
              <a:uFillTx/>
              <a:latin typeface="Trebuchet MS"/>
            </a:endParaRPr>
          </a:p>
          <a:p>
            <a:pPr indent="0" algn="l" defTabSz="457200">
              <a:lnSpc>
                <a:spcPct val="100000"/>
              </a:lnSpc>
              <a:buNone/>
              <a:tabLst>
                <a:tab pos="0" algn="l"/>
              </a:tabLst>
            </a:pPr>
            <a:r>
              <a:rPr lang="en-GB" sz="1800" b="1" u="none" strike="noStrike">
                <a:solidFill>
                  <a:schemeClr val="dk1"/>
                </a:solidFill>
                <a:effectLst/>
                <a:uFillTx/>
                <a:latin typeface="Times New Roman"/>
              </a:rPr>
              <a:t>Government and agricultural departments</a:t>
            </a:r>
            <a:r>
              <a:rPr lang="en-GB" sz="1800" b="0" u="none" strike="noStrike">
                <a:solidFill>
                  <a:schemeClr val="dk1"/>
                </a:solidFill>
                <a:effectLst/>
                <a:uFillTx/>
                <a:latin typeface="Times New Roman"/>
              </a:rPr>
              <a:t> – to support planning and resource allocation. </a:t>
            </a:r>
            <a:endParaRPr lang="en-US" sz="1800" b="0" u="none" strike="noStrike">
              <a:solidFill>
                <a:schemeClr val="dk1"/>
              </a:solidFill>
              <a:effectLst/>
              <a:uFillTx/>
              <a:latin typeface="Trebuchet MS"/>
            </a:endParaRPr>
          </a:p>
          <a:p>
            <a:pPr indent="0" algn="l" defTabSz="457200">
              <a:lnSpc>
                <a:spcPct val="100000"/>
              </a:lnSpc>
              <a:buNone/>
              <a:tabLst>
                <a:tab pos="0" algn="l"/>
              </a:tabLst>
            </a:pPr>
            <a:r>
              <a:rPr lang="en-GB" sz="1800" b="1" u="none" strike="noStrike">
                <a:solidFill>
                  <a:schemeClr val="dk1"/>
                </a:solidFill>
                <a:effectLst/>
                <a:uFillTx/>
                <a:latin typeface="Times New Roman"/>
              </a:rPr>
              <a:t>Agribusinesses and market stakeholders</a:t>
            </a:r>
            <a:r>
              <a:rPr lang="en-GB" sz="1800" b="0" u="none" strike="noStrike">
                <a:solidFill>
                  <a:schemeClr val="dk1"/>
                </a:solidFill>
                <a:effectLst/>
                <a:uFillTx/>
                <a:latin typeface="Times New Roman"/>
              </a:rPr>
              <a:t> – to understand seasonal production and economic outcomes. </a:t>
            </a:r>
            <a:endParaRPr lang="en-US" sz="1800" b="0" u="none" strike="noStrike">
              <a:solidFill>
                <a:schemeClr val="dk1"/>
              </a:solidFill>
              <a:effectLst/>
              <a:uFillTx/>
              <a:latin typeface="Trebuchet MS"/>
            </a:endParaRPr>
          </a:p>
          <a:p>
            <a:pPr indent="0" algn="l" defTabSz="457200">
              <a:lnSpc>
                <a:spcPct val="100000"/>
              </a:lnSpc>
              <a:buNone/>
              <a:tabLst>
                <a:tab pos="0" algn="l"/>
              </a:tabLst>
            </a:pPr>
            <a:r>
              <a:rPr lang="en-GB" sz="1800" b="1" u="none" strike="noStrike">
                <a:solidFill>
                  <a:schemeClr val="dk1"/>
                </a:solidFill>
                <a:effectLst/>
                <a:uFillTx/>
                <a:latin typeface="Times New Roman"/>
              </a:rPr>
              <a:t>Students/Data Analysts</a:t>
            </a:r>
            <a:r>
              <a:rPr lang="en-GB" sz="1800" b="0" u="none" strike="noStrike">
                <a:solidFill>
                  <a:schemeClr val="dk1"/>
                </a:solidFill>
                <a:effectLst/>
                <a:uFillTx/>
                <a:latin typeface="Times New Roman"/>
              </a:rPr>
              <a:t> – to explore and analyze real-world agricultural data.</a:t>
            </a:r>
            <a:endParaRPr lang="en-US" sz="1800" b="0" u="none" strike="noStrike">
              <a:solidFill>
                <a:schemeClr val="dk1"/>
              </a:solidFill>
              <a:effectLst/>
              <a:uFillTx/>
              <a:latin typeface="Trebuchet MS"/>
            </a:endParaRPr>
          </a:p>
          <a:p>
            <a:pPr indent="0" algn="l" defTabSz="457200">
              <a:lnSpc>
                <a:spcPct val="100000"/>
              </a:lnSpc>
              <a:buNone/>
              <a:tabLst>
                <a:tab pos="0" algn="l"/>
              </a:tabLst>
            </a:pPr>
            <a:endParaRPr lang="en-US" sz="1800" b="0" u="none" strike="noStrike">
              <a:solidFill>
                <a:schemeClr val="dk1"/>
              </a:solidFill>
              <a:effectLst/>
              <a:uFillTx/>
              <a:latin typeface="Trebuchet MS"/>
            </a:endParaRPr>
          </a:p>
        </p:txBody>
      </p:sp>
      <p:sp>
        <p:nvSpPr>
          <p:cNvPr id="534" name="PlaceHolder 2"/>
          <p:cNvSpPr>
            <a:spLocks noGrp="1"/>
          </p:cNvSpPr>
          <p:nvPr>
            <p:ph type="title"/>
          </p:nvPr>
        </p:nvSpPr>
        <p:spPr>
          <a:xfrm>
            <a:off x="619920" y="876600"/>
            <a:ext cx="10045080" cy="801720"/>
          </a:xfrm>
          <a:prstGeom prst="rect">
            <a:avLst/>
          </a:prstGeom>
          <a:noFill/>
          <a:ln w="0">
            <a:noFill/>
          </a:ln>
        </p:spPr>
        <p:txBody>
          <a:bodyPr lIns="91440" tIns="45720" rIns="91440" bIns="45720" anchor="t">
            <a:normAutofit/>
          </a:bodyPr>
          <a:p>
            <a:pPr indent="0" algn="l" defTabSz="457200">
              <a:lnSpc>
                <a:spcPct val="100000"/>
              </a:lnSpc>
              <a:buNone/>
              <a:tabLst>
                <a:tab pos="0" algn="l"/>
              </a:tabLst>
            </a:pPr>
            <a:r>
              <a:rPr lang="en-US" sz="3200" b="1" u="none" strike="noStrike">
                <a:solidFill>
                  <a:schemeClr val="dk1"/>
                </a:solidFill>
                <a:effectLst/>
                <a:uFillTx/>
                <a:latin typeface="Trebuchet MS"/>
              </a:rPr>
              <a:t>WHO ARE THE END USERS?</a:t>
            </a:r>
            <a:endParaRPr lang="en-US" sz="3200" b="1" u="none" strike="noStrike">
              <a:solidFill>
                <a:schemeClr val="dk1"/>
              </a:solidFill>
              <a:effectLst/>
              <a:uFillTx/>
              <a:latin typeface="Trebuchet MS"/>
            </a:endParaRPr>
          </a:p>
        </p:txBody>
      </p:sp>
      <p:pic>
        <p:nvPicPr>
          <p:cNvPr id="535" name="Picture 5"/>
          <p:cNvPicPr/>
          <p:nvPr/>
        </p:nvPicPr>
        <p:blipFill>
          <a:blip r:embed="rId1"/>
          <a:stretch/>
        </p:blipFill>
        <p:spPr>
          <a:xfrm>
            <a:off x="721440" y="6176880"/>
            <a:ext cx="2180160" cy="484560"/>
          </a:xfrm>
          <a:prstGeom prst="rect">
            <a:avLst/>
          </a:prstGeom>
          <a:noFill/>
          <a:ln w="0">
            <a:noFill/>
          </a:ln>
        </p:spPr>
      </p:pic>
    </p:spTree>
  </p:cSld>
  <mc:AlternateContent>
    <mc:Choice Requires="p14">
      <p:transition spd="slow" p14:dur="2000"/>
    </mc:Choice>
    <mc:Fallback>
      <p:transition spd="slow"/>
    </mc:Fallback>
  </mc:AlternateContent>
  <p:timing>
    <p:tnLst>
      <p:par>
        <p:cTn id="63" dur="indefinite" restart="never" nodeType="tmRoot">
          <p:childTnLst>
            <p:seq>
              <p:cTn id="64" dur="indefinite" nodeType="mainSeq">
                <p:childTnLst>
                  <p:par>
                    <p:cTn id="65" fill="hold">
                      <p:stCondLst>
                        <p:cond delay="indefinite"/>
                      </p:stCondLst>
                      <p:childTnLst>
                        <p:par>
                          <p:cTn id="66" fill="hold">
                            <p:stCondLst>
                              <p:cond delay="0"/>
                            </p:stCondLst>
                            <p:childTnLst>
                              <p:par>
                                <p:cTn id="67" presetID="53" presetClass="entr" fill="hold" nodeType="clickEffect" presetSubtype="16">
                                  <p:stCondLst>
                                    <p:cond delay="0"/>
                                  </p:stCondLst>
                                  <p:childTnLst>
                                    <p:set>
                                      <p:cBhvr>
                                        <p:cTn id="68" dur="1" fill="hold">
                                          <p:stCondLst>
                                            <p:cond delay="0"/>
                                          </p:stCondLst>
                                        </p:cTn>
                                        <p:tgtEl>
                                          <p:spTgt spid="534"/>
                                        </p:tgtEl>
                                        <p:attrNameLst>
                                          <p:attrName>style.visibility</p:attrName>
                                        </p:attrNameLst>
                                      </p:cBhvr>
                                      <p:to>
                                        <p:strVal val="visible"/>
                                      </p:to>
                                    </p:set>
                                    <p:anim calcmode="lin" valueType="num">
                                      <p:cBhvr additive="repl">
                                        <p:cTn id="69" dur="500" fill="hold"/>
                                        <p:tgtEl>
                                          <p:spTgt spid="534"/>
                                        </p:tgtEl>
                                        <p:attrNameLst>
                                          <p:attrName>ppt_w</p:attrName>
                                        </p:attrNameLst>
                                      </p:cBhvr>
                                      <p:tavLst>
                                        <p:tav>
                                          <p:val>
                                            <p:fltVal val="0"/>
                                          </p:val>
                                        </p:tav>
                                        <p:tav tm="100000">
                                          <p:val>
                                            <p:strVal val="#ppt_w"/>
                                          </p:val>
                                        </p:tav>
                                      </p:tavLst>
                                    </p:anim>
                                    <p:anim calcmode="lin" valueType="num">
                                      <p:cBhvr additive="repl">
                                        <p:cTn id="70" dur="500" fill="hold"/>
                                        <p:tgtEl>
                                          <p:spTgt spid="534"/>
                                        </p:tgtEl>
                                        <p:attrNameLst>
                                          <p:attrName>ppt_h</p:attrName>
                                        </p:attrNameLst>
                                      </p:cBhvr>
                                      <p:tavLst>
                                        <p:tav>
                                          <p:val>
                                            <p:fltVal val="0"/>
                                          </p:val>
                                        </p:tav>
                                        <p:tav tm="100000">
                                          <p:val>
                                            <p:strVal val="#ppt_h"/>
                                          </p:val>
                                        </p:tav>
                                      </p:tavLst>
                                    </p:anim>
                                    <p:animEffect transition="in" filter="fade">
                                      <p:cBhvr additive="repl">
                                        <p:cTn id="71" dur="500"/>
                                        <p:tgtEl>
                                          <p:spTgt spid="534"/>
                                        </p:tgtEl>
                                      </p:cBhvr>
                                    </p:animEffect>
                                  </p:childTnLst>
                                </p:cTn>
                              </p:par>
                            </p:childTnLst>
                          </p:cTn>
                        </p:par>
                      </p:childTnLst>
                    </p:cTn>
                  </p:par>
                  <p:par>
                    <p:cTn id="72" fill="hold">
                      <p:stCondLst>
                        <p:cond delay="indefinite"/>
                      </p:stCondLst>
                      <p:childTnLst>
                        <p:par>
                          <p:cTn id="73" fill="hold">
                            <p:stCondLst>
                              <p:cond delay="0"/>
                            </p:stCondLst>
                            <p:childTnLst>
                              <p:par>
                                <p:cTn id="74" presetID="42" presetClass="entr" fill="hold" nodeType="clickEffect">
                                  <p:stCondLst>
                                    <p:cond delay="0"/>
                                  </p:stCondLst>
                                  <p:childTnLst>
                                    <p:set>
                                      <p:cBhvr>
                                        <p:cTn id="75" dur="1" fill="hold">
                                          <p:stCondLst>
                                            <p:cond delay="0"/>
                                          </p:stCondLst>
                                        </p:cTn>
                                        <p:tgtEl>
                                          <p:spTgt spid="533">
                                            <p:txEl>
                                              <p:pRg st="0" end="0"/>
                                            </p:txEl>
                                          </p:spTgt>
                                        </p:tgtEl>
                                        <p:attrNameLst>
                                          <p:attrName>style.visibility</p:attrName>
                                        </p:attrNameLst>
                                      </p:cBhvr>
                                      <p:to>
                                        <p:strVal val="visible"/>
                                      </p:to>
                                    </p:set>
                                    <p:animEffect transition="in" filter="fade">
                                      <p:cBhvr additive="repl">
                                        <p:cTn id="76" dur="1000"/>
                                        <p:tgtEl>
                                          <p:spTgt spid="533">
                                            <p:txEl>
                                              <p:pRg st="0" end="0"/>
                                            </p:txEl>
                                          </p:spTgt>
                                        </p:tgtEl>
                                      </p:cBhvr>
                                    </p:animEffect>
                                    <p:anim calcmode="lin" valueType="num">
                                      <p:cBhvr additive="repl">
                                        <p:cTn id="77" dur="1000" fill="hold"/>
                                        <p:tgtEl>
                                          <p:spTgt spid="533">
                                            <p:txEl>
                                              <p:pRg st="0" end="0"/>
                                            </p:txEl>
                                          </p:spTgt>
                                        </p:tgtEl>
                                        <p:attrNameLst>
                                          <p:attrName>ppt_x</p:attrName>
                                        </p:attrNameLst>
                                      </p:cBhvr>
                                      <p:tavLst>
                                        <p:tav>
                                          <p:val>
                                            <p:strVal val="#ppt_x"/>
                                          </p:val>
                                        </p:tav>
                                        <p:tav tm="100000">
                                          <p:val>
                                            <p:strVal val="#ppt_x"/>
                                          </p:val>
                                        </p:tav>
                                      </p:tavLst>
                                    </p:anim>
                                    <p:anim calcmode="lin" valueType="num">
                                      <p:cBhvr additive="repl">
                                        <p:cTn id="78" dur="1000" fill="hold"/>
                                        <p:tgtEl>
                                          <p:spTgt spid="533">
                                            <p:txEl>
                                              <p:pRg st="0" end="0"/>
                                            </p:txEl>
                                          </p:spTgt>
                                        </p:tgtEl>
                                        <p:attrNameLst>
                                          <p:attrName>ppt_y</p:attrName>
                                        </p:attrNameLst>
                                      </p:cBhvr>
                                      <p:tavLst>
                                        <p:tav>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fill="hold" nodeType="clickEffect">
                                  <p:stCondLst>
                                    <p:cond delay="0"/>
                                  </p:stCondLst>
                                  <p:childTnLst>
                                    <p:set>
                                      <p:cBhvr>
                                        <p:cTn id="82" dur="1" fill="hold">
                                          <p:stCondLst>
                                            <p:cond delay="0"/>
                                          </p:stCondLst>
                                        </p:cTn>
                                        <p:tgtEl>
                                          <p:spTgt spid="533">
                                            <p:txEl>
                                              <p:pRg st="1" end="1"/>
                                            </p:txEl>
                                          </p:spTgt>
                                        </p:tgtEl>
                                        <p:attrNameLst>
                                          <p:attrName>style.visibility</p:attrName>
                                        </p:attrNameLst>
                                      </p:cBhvr>
                                      <p:to>
                                        <p:strVal val="visible"/>
                                      </p:to>
                                    </p:set>
                                    <p:animEffect transition="in" filter="fade">
                                      <p:cBhvr additive="repl">
                                        <p:cTn id="83" dur="1000"/>
                                        <p:tgtEl>
                                          <p:spTgt spid="533">
                                            <p:txEl>
                                              <p:pRg st="1" end="1"/>
                                            </p:txEl>
                                          </p:spTgt>
                                        </p:tgtEl>
                                      </p:cBhvr>
                                    </p:animEffect>
                                    <p:anim calcmode="lin" valueType="num">
                                      <p:cBhvr additive="repl">
                                        <p:cTn id="84" dur="1000" fill="hold"/>
                                        <p:tgtEl>
                                          <p:spTgt spid="533">
                                            <p:txEl>
                                              <p:pRg st="1" end="1"/>
                                            </p:txEl>
                                          </p:spTgt>
                                        </p:tgtEl>
                                        <p:attrNameLst>
                                          <p:attrName>ppt_x</p:attrName>
                                        </p:attrNameLst>
                                      </p:cBhvr>
                                      <p:tavLst>
                                        <p:tav>
                                          <p:val>
                                            <p:strVal val="#ppt_x"/>
                                          </p:val>
                                        </p:tav>
                                        <p:tav tm="100000">
                                          <p:val>
                                            <p:strVal val="#ppt_x"/>
                                          </p:val>
                                        </p:tav>
                                      </p:tavLst>
                                    </p:anim>
                                    <p:anim calcmode="lin" valueType="num">
                                      <p:cBhvr additive="repl">
                                        <p:cTn id="85" dur="1000" fill="hold"/>
                                        <p:tgtEl>
                                          <p:spTgt spid="533">
                                            <p:txEl>
                                              <p:pRg st="1" end="1"/>
                                            </p:txEl>
                                          </p:spTgt>
                                        </p:tgtEl>
                                        <p:attrNameLst>
                                          <p:attrName>ppt_y</p:attrName>
                                        </p:attrNameLst>
                                      </p:cBhvr>
                                      <p:tavLst>
                                        <p:tav>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fill="hold" nodeType="clickEffect">
                                  <p:stCondLst>
                                    <p:cond delay="0"/>
                                  </p:stCondLst>
                                  <p:childTnLst>
                                    <p:set>
                                      <p:cBhvr>
                                        <p:cTn id="89" dur="1" fill="hold">
                                          <p:stCondLst>
                                            <p:cond delay="0"/>
                                          </p:stCondLst>
                                        </p:cTn>
                                        <p:tgtEl>
                                          <p:spTgt spid="533">
                                            <p:txEl>
                                              <p:pRg st="2" end="2"/>
                                            </p:txEl>
                                          </p:spTgt>
                                        </p:tgtEl>
                                        <p:attrNameLst>
                                          <p:attrName>style.visibility</p:attrName>
                                        </p:attrNameLst>
                                      </p:cBhvr>
                                      <p:to>
                                        <p:strVal val="visible"/>
                                      </p:to>
                                    </p:set>
                                    <p:animEffect transition="in" filter="fade">
                                      <p:cBhvr additive="repl">
                                        <p:cTn id="90" dur="1000"/>
                                        <p:tgtEl>
                                          <p:spTgt spid="533">
                                            <p:txEl>
                                              <p:pRg st="2" end="2"/>
                                            </p:txEl>
                                          </p:spTgt>
                                        </p:tgtEl>
                                      </p:cBhvr>
                                    </p:animEffect>
                                    <p:anim calcmode="lin" valueType="num">
                                      <p:cBhvr additive="repl">
                                        <p:cTn id="91" dur="1000" fill="hold"/>
                                        <p:tgtEl>
                                          <p:spTgt spid="533">
                                            <p:txEl>
                                              <p:pRg st="2" end="2"/>
                                            </p:txEl>
                                          </p:spTgt>
                                        </p:tgtEl>
                                        <p:attrNameLst>
                                          <p:attrName>ppt_x</p:attrName>
                                        </p:attrNameLst>
                                      </p:cBhvr>
                                      <p:tavLst>
                                        <p:tav>
                                          <p:val>
                                            <p:strVal val="#ppt_x"/>
                                          </p:val>
                                        </p:tav>
                                        <p:tav tm="100000">
                                          <p:val>
                                            <p:strVal val="#ppt_x"/>
                                          </p:val>
                                        </p:tav>
                                      </p:tavLst>
                                    </p:anim>
                                    <p:anim calcmode="lin" valueType="num">
                                      <p:cBhvr additive="repl">
                                        <p:cTn id="92" dur="1000" fill="hold"/>
                                        <p:tgtEl>
                                          <p:spTgt spid="533">
                                            <p:txEl>
                                              <p:pRg st="2" end="2"/>
                                            </p:txEl>
                                          </p:spTgt>
                                        </p:tgtEl>
                                        <p:attrNameLst>
                                          <p:attrName>ppt_y</p:attrName>
                                        </p:attrNameLst>
                                      </p:cBhvr>
                                      <p:tavLst>
                                        <p:tav>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42" presetClass="entr" fill="hold" nodeType="clickEffect">
                                  <p:stCondLst>
                                    <p:cond delay="0"/>
                                  </p:stCondLst>
                                  <p:childTnLst>
                                    <p:set>
                                      <p:cBhvr>
                                        <p:cTn id="96" dur="1" fill="hold">
                                          <p:stCondLst>
                                            <p:cond delay="0"/>
                                          </p:stCondLst>
                                        </p:cTn>
                                        <p:tgtEl>
                                          <p:spTgt spid="533">
                                            <p:txEl>
                                              <p:pRg st="3" end="3"/>
                                            </p:txEl>
                                          </p:spTgt>
                                        </p:tgtEl>
                                        <p:attrNameLst>
                                          <p:attrName>style.visibility</p:attrName>
                                        </p:attrNameLst>
                                      </p:cBhvr>
                                      <p:to>
                                        <p:strVal val="visible"/>
                                      </p:to>
                                    </p:set>
                                    <p:animEffect transition="in" filter="fade">
                                      <p:cBhvr additive="repl">
                                        <p:cTn id="97" dur="1000"/>
                                        <p:tgtEl>
                                          <p:spTgt spid="533">
                                            <p:txEl>
                                              <p:pRg st="3" end="3"/>
                                            </p:txEl>
                                          </p:spTgt>
                                        </p:tgtEl>
                                      </p:cBhvr>
                                    </p:animEffect>
                                    <p:anim calcmode="lin" valueType="num">
                                      <p:cBhvr additive="repl">
                                        <p:cTn id="98" dur="1000" fill="hold"/>
                                        <p:tgtEl>
                                          <p:spTgt spid="533">
                                            <p:txEl>
                                              <p:pRg st="3" end="3"/>
                                            </p:txEl>
                                          </p:spTgt>
                                        </p:tgtEl>
                                        <p:attrNameLst>
                                          <p:attrName>ppt_x</p:attrName>
                                        </p:attrNameLst>
                                      </p:cBhvr>
                                      <p:tavLst>
                                        <p:tav>
                                          <p:val>
                                            <p:strVal val="#ppt_x"/>
                                          </p:val>
                                        </p:tav>
                                        <p:tav tm="100000">
                                          <p:val>
                                            <p:strVal val="#ppt_x"/>
                                          </p:val>
                                        </p:tav>
                                      </p:tavLst>
                                    </p:anim>
                                    <p:anim calcmode="lin" valueType="num">
                                      <p:cBhvr additive="repl">
                                        <p:cTn id="99" dur="1000" fill="hold"/>
                                        <p:tgtEl>
                                          <p:spTgt spid="533">
                                            <p:txEl>
                                              <p:pRg st="3" end="3"/>
                                            </p:txEl>
                                          </p:spTgt>
                                        </p:tgtEl>
                                        <p:attrNameLst>
                                          <p:attrName>ppt_y</p:attrName>
                                        </p:attrNameLst>
                                      </p:cBhvr>
                                      <p:tavLst>
                                        <p:tav>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42" presetClass="entr" fill="hold" nodeType="clickEffect">
                                  <p:stCondLst>
                                    <p:cond delay="0"/>
                                  </p:stCondLst>
                                  <p:childTnLst>
                                    <p:set>
                                      <p:cBhvr>
                                        <p:cTn id="103" dur="1" fill="hold">
                                          <p:stCondLst>
                                            <p:cond delay="0"/>
                                          </p:stCondLst>
                                        </p:cTn>
                                        <p:tgtEl>
                                          <p:spTgt spid="533">
                                            <p:txEl>
                                              <p:pRg st="4" end="4"/>
                                            </p:txEl>
                                          </p:spTgt>
                                        </p:tgtEl>
                                        <p:attrNameLst>
                                          <p:attrName>style.visibility</p:attrName>
                                        </p:attrNameLst>
                                      </p:cBhvr>
                                      <p:to>
                                        <p:strVal val="visible"/>
                                      </p:to>
                                    </p:set>
                                    <p:animEffect transition="in" filter="fade">
                                      <p:cBhvr additive="repl">
                                        <p:cTn id="104" dur="1000"/>
                                        <p:tgtEl>
                                          <p:spTgt spid="533">
                                            <p:txEl>
                                              <p:pRg st="4" end="4"/>
                                            </p:txEl>
                                          </p:spTgt>
                                        </p:tgtEl>
                                      </p:cBhvr>
                                    </p:animEffect>
                                    <p:anim calcmode="lin" valueType="num">
                                      <p:cBhvr additive="repl">
                                        <p:cTn id="105" dur="1000" fill="hold"/>
                                        <p:tgtEl>
                                          <p:spTgt spid="533">
                                            <p:txEl>
                                              <p:pRg st="4" end="4"/>
                                            </p:txEl>
                                          </p:spTgt>
                                        </p:tgtEl>
                                        <p:attrNameLst>
                                          <p:attrName>ppt_x</p:attrName>
                                        </p:attrNameLst>
                                      </p:cBhvr>
                                      <p:tavLst>
                                        <p:tav>
                                          <p:val>
                                            <p:strVal val="#ppt_x"/>
                                          </p:val>
                                        </p:tav>
                                        <p:tav tm="100000">
                                          <p:val>
                                            <p:strVal val="#ppt_x"/>
                                          </p:val>
                                        </p:tav>
                                      </p:tavLst>
                                    </p:anim>
                                    <p:anim calcmode="lin" valueType="num">
                                      <p:cBhvr additive="repl">
                                        <p:cTn id="106" dur="1000" fill="hold"/>
                                        <p:tgtEl>
                                          <p:spTgt spid="533">
                                            <p:txEl>
                                              <p:pRg st="4" end="4"/>
                                            </p:txEl>
                                          </p:spTgt>
                                        </p:tgtEl>
                                        <p:attrNameLst>
                                          <p:attrName>ppt_y</p:attrName>
                                        </p:attrNameLst>
                                      </p:cBhvr>
                                      <p:tavLst>
                                        <p:tav>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fill="hold" nodeType="clickEffect">
                                  <p:stCondLst>
                                    <p:cond delay="0"/>
                                  </p:stCondLst>
                                  <p:childTnLst>
                                    <p:set>
                                      <p:cBhvr>
                                        <p:cTn id="110" dur="1" fill="hold">
                                          <p:stCondLst>
                                            <p:cond delay="0"/>
                                          </p:stCondLst>
                                        </p:cTn>
                                        <p:tgtEl>
                                          <p:spTgt spid="533">
                                            <p:txEl>
                                              <p:pRg st="5" end="5"/>
                                            </p:txEl>
                                          </p:spTgt>
                                        </p:tgtEl>
                                        <p:attrNameLst>
                                          <p:attrName>style.visibility</p:attrName>
                                        </p:attrNameLst>
                                      </p:cBhvr>
                                      <p:to>
                                        <p:strVal val="visible"/>
                                      </p:to>
                                    </p:set>
                                    <p:animEffect transition="in" filter="fade">
                                      <p:cBhvr additive="repl">
                                        <p:cTn id="111" dur="1000"/>
                                        <p:tgtEl>
                                          <p:spTgt spid="533">
                                            <p:txEl>
                                              <p:pRg st="5" end="5"/>
                                            </p:txEl>
                                          </p:spTgt>
                                        </p:tgtEl>
                                      </p:cBhvr>
                                    </p:animEffect>
                                    <p:anim calcmode="lin" valueType="num">
                                      <p:cBhvr additive="repl">
                                        <p:cTn id="112" dur="1000" fill="hold"/>
                                        <p:tgtEl>
                                          <p:spTgt spid="533">
                                            <p:txEl>
                                              <p:pRg st="5" end="5"/>
                                            </p:txEl>
                                          </p:spTgt>
                                        </p:tgtEl>
                                        <p:attrNameLst>
                                          <p:attrName>ppt_x</p:attrName>
                                        </p:attrNameLst>
                                      </p:cBhvr>
                                      <p:tavLst>
                                        <p:tav>
                                          <p:val>
                                            <p:strVal val="#ppt_x"/>
                                          </p:val>
                                        </p:tav>
                                        <p:tav tm="100000">
                                          <p:val>
                                            <p:strVal val="#ppt_x"/>
                                          </p:val>
                                        </p:tav>
                                      </p:tavLst>
                                    </p:anim>
                                    <p:anim calcmode="lin" valueType="num">
                                      <p:cBhvr additive="repl">
                                        <p:cTn id="113" dur="1000" fill="hold"/>
                                        <p:tgtEl>
                                          <p:spTgt spid="533">
                                            <p:txEl>
                                              <p:pRg st="5" end="5"/>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lumMod val="95000"/>
          </a:schemeClr>
        </a:solidFill>
      </p:bgPr>
    </p:bg>
    <p:spTree>
      <p:nvGrpSpPr>
        <p:cNvPr id="1" name=""/>
        <p:cNvGrpSpPr/>
        <p:nvPr/>
      </p:nvGrpSpPr>
      <p:grpSpPr>
        <a:xfrm>
          <a:off x="0" y="0"/>
          <a:ext cx="0" cy="0"/>
          <a:chOff x="0" y="0"/>
          <a:chExt cx="0" cy="0"/>
        </a:xfrm>
      </p:grpSpPr>
      <p:pic>
        <p:nvPicPr>
          <p:cNvPr id="536" name="Picture 5"/>
          <p:cNvPicPr/>
          <p:nvPr/>
        </p:nvPicPr>
        <p:blipFill>
          <a:blip r:embed="rId1"/>
          <a:stretch/>
        </p:blipFill>
        <p:spPr>
          <a:xfrm>
            <a:off x="467280" y="6410520"/>
            <a:ext cx="3705120" cy="294840"/>
          </a:xfrm>
          <a:prstGeom prst="rect">
            <a:avLst/>
          </a:prstGeom>
          <a:noFill/>
          <a:ln w="0">
            <a:noFill/>
          </a:ln>
        </p:spPr>
      </p:pic>
      <p:pic>
        <p:nvPicPr>
          <p:cNvPr id="537" name="Picture 1"/>
          <p:cNvPicPr/>
          <p:nvPr/>
        </p:nvPicPr>
        <p:blipFill>
          <a:blip r:embed="rId2"/>
          <a:stretch/>
        </p:blipFill>
        <p:spPr>
          <a:xfrm flipH="1">
            <a:off x="51840" y="3820320"/>
            <a:ext cx="1726200" cy="3008880"/>
          </a:xfrm>
          <a:prstGeom prst="rect">
            <a:avLst/>
          </a:prstGeom>
          <a:noFill/>
          <a:ln w="0">
            <a:noFill/>
          </a:ln>
        </p:spPr>
      </p:pic>
      <p:sp>
        <p:nvSpPr>
          <p:cNvPr id="538" name="PlaceHolder 1"/>
          <p:cNvSpPr>
            <a:spLocks noGrp="1"/>
          </p:cNvSpPr>
          <p:nvPr>
            <p:ph/>
          </p:nvPr>
        </p:nvSpPr>
        <p:spPr>
          <a:xfrm>
            <a:off x="1531080" y="1440000"/>
            <a:ext cx="10708920" cy="2799000"/>
          </a:xfrm>
          <a:prstGeom prst="rect">
            <a:avLst/>
          </a:prstGeom>
          <a:noFill/>
          <a:ln w="0">
            <a:noFill/>
          </a:ln>
        </p:spPr>
        <p:txBody>
          <a:bodyPr lIns="91440" tIns="45720" rIns="91440" bIns="45720" anchor="t">
            <a:noAutofit/>
          </a:bodyPr>
          <a:p>
            <a:pPr indent="-228600" algn="l" defTabSz="457200">
              <a:lnSpc>
                <a:spcPct val="150000"/>
              </a:lnSpc>
              <a:spcBef>
                <a:spcPts val="1001"/>
              </a:spcBef>
              <a:buClr>
                <a:srgbClr val="2E946B"/>
              </a:buClr>
              <a:buSzPct val="80000"/>
              <a:buFont typeface="Wingdings" charset="2"/>
              <a:buChar char=""/>
              <a:tabLst>
                <a:tab pos="0" algn="l"/>
              </a:tabLst>
            </a:pPr>
            <a:r>
              <a:rPr lang="en-GB" sz="1400" b="1" u="none" strike="noStrike">
                <a:solidFill>
                  <a:srgbClr val="000000"/>
                </a:solidFill>
                <a:effectLst/>
                <a:uFillTx/>
                <a:latin typeface="Times New Roman"/>
              </a:rPr>
              <a:t>Python</a:t>
            </a:r>
            <a:r>
              <a:rPr lang="en-GB" sz="1400" b="0" u="none" strike="noStrike">
                <a:solidFill>
                  <a:srgbClr val="000000"/>
                </a:solidFill>
                <a:effectLst/>
                <a:uFillTx/>
                <a:latin typeface="Times New Roman"/>
              </a:rPr>
              <a:t> – Main programming language for data analysis. </a:t>
            </a:r>
            <a:endParaRPr lang="en-US" sz="1400" b="0" u="none" strike="noStrike">
              <a:solidFill>
                <a:srgbClr val="000000"/>
              </a:solidFill>
              <a:effectLst/>
              <a:uFillTx/>
              <a:latin typeface="Trebuchet MS"/>
            </a:endParaRPr>
          </a:p>
          <a:p>
            <a:pPr indent="-228600" algn="l" defTabSz="457200">
              <a:lnSpc>
                <a:spcPct val="150000"/>
              </a:lnSpc>
              <a:spcBef>
                <a:spcPts val="1001"/>
              </a:spcBef>
              <a:buClr>
                <a:srgbClr val="2E946B"/>
              </a:buClr>
              <a:buSzPct val="80000"/>
              <a:buFont typeface="Wingdings" charset="2"/>
              <a:buChar char=""/>
              <a:tabLst>
                <a:tab pos="0" algn="l"/>
              </a:tabLst>
            </a:pPr>
            <a:r>
              <a:rPr lang="en-GB" sz="1400" b="1" u="none" strike="noStrike">
                <a:solidFill>
                  <a:srgbClr val="000000"/>
                </a:solidFill>
                <a:effectLst/>
                <a:uFillTx/>
                <a:latin typeface="Times New Roman"/>
              </a:rPr>
              <a:t>Jupyter Notebook</a:t>
            </a:r>
            <a:r>
              <a:rPr lang="en-GB" sz="1400" b="0" u="none" strike="noStrike">
                <a:solidFill>
                  <a:srgbClr val="000000"/>
                </a:solidFill>
                <a:effectLst/>
                <a:uFillTx/>
                <a:latin typeface="Times New Roman"/>
              </a:rPr>
              <a:t> – For developing and documenting the complete analysis. </a:t>
            </a:r>
            <a:endParaRPr lang="en-US" sz="1400" b="0" u="none" strike="noStrike">
              <a:solidFill>
                <a:srgbClr val="000000"/>
              </a:solidFill>
              <a:effectLst/>
              <a:uFillTx/>
              <a:latin typeface="Trebuchet MS"/>
            </a:endParaRPr>
          </a:p>
          <a:p>
            <a:pPr indent="-228600" algn="l" defTabSz="457200">
              <a:lnSpc>
                <a:spcPct val="150000"/>
              </a:lnSpc>
              <a:spcBef>
                <a:spcPts val="1001"/>
              </a:spcBef>
              <a:buClr>
                <a:srgbClr val="2E946B"/>
              </a:buClr>
              <a:buSzPct val="80000"/>
              <a:buFont typeface="Wingdings" charset="2"/>
              <a:buChar char=""/>
              <a:tabLst>
                <a:tab pos="0" algn="l"/>
              </a:tabLst>
            </a:pPr>
            <a:r>
              <a:rPr lang="en-GB" sz="1400" b="1" u="none" strike="noStrike">
                <a:solidFill>
                  <a:srgbClr val="000000"/>
                </a:solidFill>
                <a:effectLst/>
                <a:uFillTx/>
                <a:latin typeface="Times New Roman"/>
              </a:rPr>
              <a:t>Pandas</a:t>
            </a:r>
            <a:r>
              <a:rPr lang="en-GB" sz="1400" b="0" u="none" strike="noStrike">
                <a:solidFill>
                  <a:srgbClr val="000000"/>
                </a:solidFill>
                <a:effectLst/>
                <a:uFillTx/>
                <a:latin typeface="Times New Roman"/>
              </a:rPr>
              <a:t> – For data cleaning, preprocessing, and manipulation. </a:t>
            </a:r>
            <a:endParaRPr lang="en-US" sz="1400" b="0" u="none" strike="noStrike">
              <a:solidFill>
                <a:srgbClr val="000000"/>
              </a:solidFill>
              <a:effectLst/>
              <a:uFillTx/>
              <a:latin typeface="Trebuchet MS"/>
            </a:endParaRPr>
          </a:p>
          <a:p>
            <a:pPr indent="-228600" algn="l" defTabSz="457200">
              <a:lnSpc>
                <a:spcPct val="150000"/>
              </a:lnSpc>
              <a:spcBef>
                <a:spcPts val="1001"/>
              </a:spcBef>
              <a:buClr>
                <a:srgbClr val="2E946B"/>
              </a:buClr>
              <a:buSzPct val="80000"/>
              <a:buFont typeface="Wingdings" charset="2"/>
              <a:buChar char=""/>
              <a:tabLst>
                <a:tab pos="0" algn="l"/>
              </a:tabLst>
            </a:pPr>
            <a:r>
              <a:rPr lang="en-GB" sz="1400" b="1" u="none" strike="noStrike">
                <a:solidFill>
                  <a:srgbClr val="000000"/>
                </a:solidFill>
                <a:effectLst/>
                <a:uFillTx/>
                <a:latin typeface="Times New Roman"/>
              </a:rPr>
              <a:t>NumPy</a:t>
            </a:r>
            <a:r>
              <a:rPr lang="en-GB" sz="1400" b="0" u="none" strike="noStrike">
                <a:solidFill>
                  <a:srgbClr val="000000"/>
                </a:solidFill>
                <a:effectLst/>
                <a:uFillTx/>
                <a:latin typeface="Times New Roman"/>
              </a:rPr>
              <a:t> – For numerical and statistical operations. </a:t>
            </a:r>
            <a:endParaRPr lang="en-US" sz="1400" b="0" u="none" strike="noStrike">
              <a:solidFill>
                <a:srgbClr val="000000"/>
              </a:solidFill>
              <a:effectLst/>
              <a:uFillTx/>
              <a:latin typeface="Trebuchet MS"/>
            </a:endParaRPr>
          </a:p>
          <a:p>
            <a:pPr indent="-228600" algn="l" defTabSz="457200">
              <a:lnSpc>
                <a:spcPct val="150000"/>
              </a:lnSpc>
              <a:spcBef>
                <a:spcPts val="1001"/>
              </a:spcBef>
              <a:buClr>
                <a:srgbClr val="2E946B"/>
              </a:buClr>
              <a:buSzPct val="80000"/>
              <a:buFont typeface="Wingdings" charset="2"/>
              <a:buChar char=""/>
              <a:tabLst>
                <a:tab pos="0" algn="l"/>
              </a:tabLst>
            </a:pPr>
            <a:r>
              <a:rPr lang="en-GB" sz="1400" b="1" u="none" strike="noStrike">
                <a:solidFill>
                  <a:srgbClr val="000000"/>
                </a:solidFill>
                <a:effectLst/>
                <a:uFillTx/>
                <a:latin typeface="Times New Roman"/>
              </a:rPr>
              <a:t>Matplotlib &amp; Seaborn</a:t>
            </a:r>
            <a:r>
              <a:rPr lang="en-GB" sz="1400" b="0" u="none" strike="noStrike">
                <a:solidFill>
                  <a:srgbClr val="000000"/>
                </a:solidFill>
                <a:effectLst/>
                <a:uFillTx/>
                <a:latin typeface="Times New Roman"/>
              </a:rPr>
              <a:t> – For creating charts and visualizing seasonal patterns and trends. </a:t>
            </a:r>
            <a:endParaRPr lang="en-US" sz="1400" b="0" u="none" strike="noStrike">
              <a:solidFill>
                <a:srgbClr val="000000"/>
              </a:solidFill>
              <a:effectLst/>
              <a:uFillTx/>
              <a:latin typeface="Trebuchet MS"/>
            </a:endParaRPr>
          </a:p>
          <a:p>
            <a:pPr indent="-228600" algn="l" defTabSz="457200">
              <a:lnSpc>
                <a:spcPct val="150000"/>
              </a:lnSpc>
              <a:spcBef>
                <a:spcPts val="1001"/>
              </a:spcBef>
              <a:buClr>
                <a:srgbClr val="2E946B"/>
              </a:buClr>
              <a:buSzPct val="80000"/>
              <a:buFont typeface="Wingdings" charset="2"/>
              <a:buChar char=""/>
              <a:tabLst>
                <a:tab pos="0" algn="l"/>
              </a:tabLst>
            </a:pPr>
            <a:r>
              <a:rPr lang="en-GB" sz="1400" b="1" u="none" strike="noStrike">
                <a:solidFill>
                  <a:srgbClr val="000000"/>
                </a:solidFill>
                <a:effectLst/>
                <a:uFillTx/>
                <a:latin typeface="Times New Roman"/>
              </a:rPr>
              <a:t>Scikit-learn</a:t>
            </a:r>
            <a:r>
              <a:rPr lang="en-GB" sz="1400" b="0" u="none" strike="noStrike">
                <a:solidFill>
                  <a:srgbClr val="000000"/>
                </a:solidFill>
                <a:effectLst/>
                <a:uFillTx/>
                <a:latin typeface="Times New Roman"/>
              </a:rPr>
              <a:t> – For applicable statistical/data-analysis or machine-learning techniques. </a:t>
            </a:r>
            <a:endParaRPr lang="en-US" sz="1400" b="0" u="none" strike="noStrike">
              <a:solidFill>
                <a:srgbClr val="000000"/>
              </a:solidFill>
              <a:effectLst/>
              <a:uFillTx/>
              <a:latin typeface="Trebuchet MS"/>
            </a:endParaRPr>
          </a:p>
          <a:p>
            <a:pPr indent="-228600" algn="l" defTabSz="457200">
              <a:lnSpc>
                <a:spcPct val="150000"/>
              </a:lnSpc>
              <a:spcBef>
                <a:spcPts val="1001"/>
              </a:spcBef>
              <a:buClr>
                <a:srgbClr val="2E946B"/>
              </a:buClr>
              <a:buSzPct val="80000"/>
              <a:buFont typeface="Wingdings" charset="2"/>
              <a:buChar char=""/>
              <a:tabLst>
                <a:tab pos="0" algn="l"/>
              </a:tabLst>
            </a:pPr>
            <a:r>
              <a:rPr lang="en-GB" sz="1400" b="1" u="none" strike="noStrike">
                <a:solidFill>
                  <a:srgbClr val="000000"/>
                </a:solidFill>
                <a:effectLst/>
                <a:uFillTx/>
                <a:latin typeface="Times New Roman"/>
              </a:rPr>
              <a:t>SQL</a:t>
            </a:r>
            <a:r>
              <a:rPr lang="en-GB" sz="1400" b="0" u="none" strike="noStrike">
                <a:solidFill>
                  <a:srgbClr val="000000"/>
                </a:solidFill>
                <a:effectLst/>
                <a:uFillTx/>
                <a:latin typeface="Times New Roman"/>
              </a:rPr>
              <a:t> – If required, for querying and managing structured agricultural data. </a:t>
            </a:r>
            <a:endParaRPr lang="en-US" sz="1400" b="0" u="none" strike="noStrike">
              <a:solidFill>
                <a:srgbClr val="000000"/>
              </a:solidFill>
              <a:effectLst/>
              <a:uFillTx/>
              <a:latin typeface="Trebuchet MS"/>
            </a:endParaRPr>
          </a:p>
          <a:p>
            <a:pPr indent="-228600" algn="l" defTabSz="457200">
              <a:lnSpc>
                <a:spcPct val="150000"/>
              </a:lnSpc>
              <a:spcBef>
                <a:spcPts val="1001"/>
              </a:spcBef>
              <a:buClr>
                <a:srgbClr val="2E946B"/>
              </a:buClr>
              <a:buSzPct val="80000"/>
              <a:buFont typeface="Wingdings" charset="2"/>
              <a:buChar char=""/>
              <a:tabLst>
                <a:tab pos="0" algn="l"/>
              </a:tabLst>
            </a:pPr>
            <a:r>
              <a:rPr lang="en-GB" sz="1400" b="1" u="none" strike="noStrike">
                <a:solidFill>
                  <a:srgbClr val="000000"/>
                </a:solidFill>
                <a:effectLst/>
                <a:uFillTx/>
                <a:latin typeface="Times New Roman"/>
              </a:rPr>
              <a:t>Microsoft Excel/CSV</a:t>
            </a:r>
            <a:r>
              <a:rPr lang="en-GB" sz="1400" b="0" u="none" strike="noStrike">
                <a:solidFill>
                  <a:srgbClr val="000000"/>
                </a:solidFill>
                <a:effectLst/>
                <a:uFillTx/>
                <a:latin typeface="Times New Roman"/>
              </a:rPr>
              <a:t> – For initial data storage, inspection, and preparation.</a:t>
            </a:r>
            <a:endParaRPr lang="en-US" sz="1400" b="0" u="none" strike="noStrike">
              <a:solidFill>
                <a:srgbClr val="000000"/>
              </a:solidFill>
              <a:effectLst/>
              <a:uFillTx/>
              <a:latin typeface="Trebuchet MS"/>
            </a:endParaRPr>
          </a:p>
          <a:p>
            <a:pPr indent="0" algn="l" defTabSz="457200">
              <a:lnSpc>
                <a:spcPct val="150000"/>
              </a:lnSpc>
              <a:spcBef>
                <a:spcPts val="1001"/>
              </a:spcBef>
              <a:buNone/>
              <a:tabLst>
                <a:tab pos="0" algn="l"/>
              </a:tabLst>
            </a:pPr>
            <a:endParaRPr lang="en-US" sz="1400" b="0" u="none" strike="noStrike">
              <a:solidFill>
                <a:srgbClr val="000000"/>
              </a:solidFill>
              <a:effectLst/>
              <a:uFillTx/>
              <a:latin typeface="Trebuchet MS"/>
            </a:endParaRPr>
          </a:p>
        </p:txBody>
      </p:sp>
      <p:sp>
        <p:nvSpPr>
          <p:cNvPr id="539" name="PlaceHolder 2"/>
          <p:cNvSpPr>
            <a:spLocks noGrp="1"/>
          </p:cNvSpPr>
          <p:nvPr>
            <p:ph type="title"/>
          </p:nvPr>
        </p:nvSpPr>
        <p:spPr>
          <a:xfrm>
            <a:off x="660240" y="430560"/>
            <a:ext cx="5305320" cy="846720"/>
          </a:xfrm>
          <a:prstGeom prst="rect">
            <a:avLst/>
          </a:prstGeom>
          <a:noFill/>
          <a:ln w="0">
            <a:noFill/>
          </a:ln>
        </p:spPr>
        <p:txBody>
          <a:bodyPr lIns="91440" tIns="45720" rIns="91440" bIns="45720" anchor="t">
            <a:normAutofit fontScale="92500" lnSpcReduction="9999"/>
          </a:bodyPr>
          <a:p>
            <a:pPr indent="0" algn="l" defTabSz="457200">
              <a:lnSpc>
                <a:spcPct val="100000"/>
              </a:lnSpc>
              <a:buNone/>
              <a:tabLst>
                <a:tab pos="0" algn="l"/>
              </a:tabLst>
            </a:pPr>
            <a:r>
              <a:rPr lang="en-US" sz="4800" b="1" u="none" strike="noStrike">
                <a:solidFill>
                  <a:schemeClr val="dk1"/>
                </a:solidFill>
                <a:effectLst/>
                <a:uFillTx/>
                <a:latin typeface="Trebuchet MS"/>
              </a:rPr>
              <a:t>Technology Used</a:t>
            </a:r>
            <a:endParaRPr lang="en-US" sz="4800" b="1" u="none" strike="noStrike">
              <a:solidFill>
                <a:schemeClr val="dk1"/>
              </a:solidFill>
              <a:effectLst/>
              <a:uFillTx/>
              <a:latin typeface="Trebuchet MS"/>
            </a:endParaRPr>
          </a:p>
        </p:txBody>
      </p:sp>
    </p:spTree>
  </p:cSld>
  <mc:AlternateContent>
    <mc:Choice Requires="p14">
      <p:transition spd="slow" p14:dur="2000"/>
    </mc:Choice>
    <mc:Fallback>
      <p:transition spd="slow"/>
    </mc:Fallback>
  </mc:AlternateContent>
  <p:timing>
    <p:tnLst>
      <p:par>
        <p:cTn id="114" dur="indefinite" restart="never" nodeType="tmRoot">
          <p:childTnLst>
            <p:seq>
              <p:cTn id="115" dur="indefinite" nodeType="mainSeq">
                <p:childTnLst>
                  <p:par>
                    <p:cTn id="116" fill="hold">
                      <p:stCondLst>
                        <p:cond delay="indefinite"/>
                      </p:stCondLst>
                      <p:childTnLst>
                        <p:par>
                          <p:cTn id="117" fill="hold">
                            <p:stCondLst>
                              <p:cond delay="0"/>
                            </p:stCondLst>
                            <p:childTnLst>
                              <p:par>
                                <p:cTn id="118" presetID="53" presetClass="entr" fill="hold" nodeType="clickEffect" presetSubtype="16">
                                  <p:stCondLst>
                                    <p:cond delay="0"/>
                                  </p:stCondLst>
                                  <p:childTnLst>
                                    <p:set>
                                      <p:cBhvr>
                                        <p:cTn id="119" dur="1" fill="hold">
                                          <p:stCondLst>
                                            <p:cond delay="0"/>
                                          </p:stCondLst>
                                        </p:cTn>
                                        <p:tgtEl>
                                          <p:spTgt spid="539"/>
                                        </p:tgtEl>
                                        <p:attrNameLst>
                                          <p:attrName>style.visibility</p:attrName>
                                        </p:attrNameLst>
                                      </p:cBhvr>
                                      <p:to>
                                        <p:strVal val="visible"/>
                                      </p:to>
                                    </p:set>
                                    <p:anim calcmode="lin" valueType="num">
                                      <p:cBhvr additive="repl">
                                        <p:cTn id="120" dur="500" fill="hold"/>
                                        <p:tgtEl>
                                          <p:spTgt spid="539"/>
                                        </p:tgtEl>
                                        <p:attrNameLst>
                                          <p:attrName>ppt_w</p:attrName>
                                        </p:attrNameLst>
                                      </p:cBhvr>
                                      <p:tavLst>
                                        <p:tav>
                                          <p:val>
                                            <p:fltVal val="0"/>
                                          </p:val>
                                        </p:tav>
                                        <p:tav tm="100000">
                                          <p:val>
                                            <p:strVal val="#ppt_w"/>
                                          </p:val>
                                        </p:tav>
                                      </p:tavLst>
                                    </p:anim>
                                    <p:anim calcmode="lin" valueType="num">
                                      <p:cBhvr additive="repl">
                                        <p:cTn id="121" dur="500" fill="hold"/>
                                        <p:tgtEl>
                                          <p:spTgt spid="539"/>
                                        </p:tgtEl>
                                        <p:attrNameLst>
                                          <p:attrName>ppt_h</p:attrName>
                                        </p:attrNameLst>
                                      </p:cBhvr>
                                      <p:tavLst>
                                        <p:tav>
                                          <p:val>
                                            <p:fltVal val="0"/>
                                          </p:val>
                                        </p:tav>
                                        <p:tav tm="100000">
                                          <p:val>
                                            <p:strVal val="#ppt_h"/>
                                          </p:val>
                                        </p:tav>
                                      </p:tavLst>
                                    </p:anim>
                                    <p:animEffect transition="in" filter="fade">
                                      <p:cBhvr additive="repl">
                                        <p:cTn id="122" dur="500"/>
                                        <p:tgtEl>
                                          <p:spTgt spid="539"/>
                                        </p:tgtEl>
                                      </p:cBhvr>
                                    </p:animEffect>
                                  </p:childTnLst>
                                </p:cTn>
                              </p:par>
                            </p:childTnLst>
                          </p:cTn>
                        </p:par>
                      </p:childTnLst>
                    </p:cTn>
                  </p:par>
                  <p:par>
                    <p:cTn id="123" fill="hold">
                      <p:stCondLst>
                        <p:cond delay="indefinite"/>
                      </p:stCondLst>
                      <p:childTnLst>
                        <p:par>
                          <p:cTn id="124" fill="hold">
                            <p:stCondLst>
                              <p:cond delay="0"/>
                            </p:stCondLst>
                            <p:childTnLst>
                              <p:par>
                                <p:cTn id="125" presetID="42" presetClass="entr" fill="hold" nodeType="clickEffect">
                                  <p:stCondLst>
                                    <p:cond delay="0"/>
                                  </p:stCondLst>
                                  <p:childTnLst>
                                    <p:set>
                                      <p:cBhvr>
                                        <p:cTn id="126" dur="1" fill="hold">
                                          <p:stCondLst>
                                            <p:cond delay="0"/>
                                          </p:stCondLst>
                                        </p:cTn>
                                        <p:tgtEl>
                                          <p:spTgt spid="538">
                                            <p:txEl>
                                              <p:pRg st="0" end="0"/>
                                            </p:txEl>
                                          </p:spTgt>
                                        </p:tgtEl>
                                        <p:attrNameLst>
                                          <p:attrName>style.visibility</p:attrName>
                                        </p:attrNameLst>
                                      </p:cBhvr>
                                      <p:to>
                                        <p:strVal val="visible"/>
                                      </p:to>
                                    </p:set>
                                    <p:animEffect transition="in" filter="fade">
                                      <p:cBhvr additive="repl">
                                        <p:cTn id="127" dur="1000"/>
                                        <p:tgtEl>
                                          <p:spTgt spid="538">
                                            <p:txEl>
                                              <p:pRg st="0" end="0"/>
                                            </p:txEl>
                                          </p:spTgt>
                                        </p:tgtEl>
                                      </p:cBhvr>
                                    </p:animEffect>
                                    <p:anim calcmode="lin" valueType="num">
                                      <p:cBhvr additive="repl">
                                        <p:cTn id="128" dur="1000" fill="hold"/>
                                        <p:tgtEl>
                                          <p:spTgt spid="538">
                                            <p:txEl>
                                              <p:pRg st="0" end="0"/>
                                            </p:txEl>
                                          </p:spTgt>
                                        </p:tgtEl>
                                        <p:attrNameLst>
                                          <p:attrName>ppt_x</p:attrName>
                                        </p:attrNameLst>
                                      </p:cBhvr>
                                      <p:tavLst>
                                        <p:tav>
                                          <p:val>
                                            <p:strVal val="#ppt_x"/>
                                          </p:val>
                                        </p:tav>
                                        <p:tav tm="100000">
                                          <p:val>
                                            <p:strVal val="#ppt_x"/>
                                          </p:val>
                                        </p:tav>
                                      </p:tavLst>
                                    </p:anim>
                                    <p:anim calcmode="lin" valueType="num">
                                      <p:cBhvr additive="repl">
                                        <p:cTn id="129" dur="1000" fill="hold"/>
                                        <p:tgtEl>
                                          <p:spTgt spid="538">
                                            <p:txEl>
                                              <p:pRg st="0" end="0"/>
                                            </p:txEl>
                                          </p:spTgt>
                                        </p:tgtEl>
                                        <p:attrNameLst>
                                          <p:attrName>ppt_y</p:attrName>
                                        </p:attrNameLst>
                                      </p:cBhvr>
                                      <p:tavLst>
                                        <p:tav>
                                          <p:val>
                                            <p:strVal val="#ppt_y+.1"/>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42" presetClass="entr" fill="hold" nodeType="clickEffect">
                                  <p:stCondLst>
                                    <p:cond delay="0"/>
                                  </p:stCondLst>
                                  <p:childTnLst>
                                    <p:set>
                                      <p:cBhvr>
                                        <p:cTn id="133" dur="1" fill="hold">
                                          <p:stCondLst>
                                            <p:cond delay="0"/>
                                          </p:stCondLst>
                                        </p:cTn>
                                        <p:tgtEl>
                                          <p:spTgt spid="538">
                                            <p:txEl>
                                              <p:pRg st="1" end="1"/>
                                            </p:txEl>
                                          </p:spTgt>
                                        </p:tgtEl>
                                        <p:attrNameLst>
                                          <p:attrName>style.visibility</p:attrName>
                                        </p:attrNameLst>
                                      </p:cBhvr>
                                      <p:to>
                                        <p:strVal val="visible"/>
                                      </p:to>
                                    </p:set>
                                    <p:animEffect transition="in" filter="fade">
                                      <p:cBhvr additive="repl">
                                        <p:cTn id="134" dur="1000"/>
                                        <p:tgtEl>
                                          <p:spTgt spid="538">
                                            <p:txEl>
                                              <p:pRg st="1" end="1"/>
                                            </p:txEl>
                                          </p:spTgt>
                                        </p:tgtEl>
                                      </p:cBhvr>
                                    </p:animEffect>
                                    <p:anim calcmode="lin" valueType="num">
                                      <p:cBhvr additive="repl">
                                        <p:cTn id="135" dur="1000" fill="hold"/>
                                        <p:tgtEl>
                                          <p:spTgt spid="538">
                                            <p:txEl>
                                              <p:pRg st="1" end="1"/>
                                            </p:txEl>
                                          </p:spTgt>
                                        </p:tgtEl>
                                        <p:attrNameLst>
                                          <p:attrName>ppt_x</p:attrName>
                                        </p:attrNameLst>
                                      </p:cBhvr>
                                      <p:tavLst>
                                        <p:tav>
                                          <p:val>
                                            <p:strVal val="#ppt_x"/>
                                          </p:val>
                                        </p:tav>
                                        <p:tav tm="100000">
                                          <p:val>
                                            <p:strVal val="#ppt_x"/>
                                          </p:val>
                                        </p:tav>
                                      </p:tavLst>
                                    </p:anim>
                                    <p:anim calcmode="lin" valueType="num">
                                      <p:cBhvr additive="repl">
                                        <p:cTn id="136" dur="1000" fill="hold"/>
                                        <p:tgtEl>
                                          <p:spTgt spid="538">
                                            <p:txEl>
                                              <p:pRg st="1" end="1"/>
                                            </p:txEl>
                                          </p:spTgt>
                                        </p:tgtEl>
                                        <p:attrNameLst>
                                          <p:attrName>ppt_y</p:attrName>
                                        </p:attrNameLst>
                                      </p:cBhvr>
                                      <p:tavLst>
                                        <p:tav>
                                          <p:val>
                                            <p:strVal val="#ppt_y+.1"/>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42" presetClass="entr" fill="hold" nodeType="clickEffect">
                                  <p:stCondLst>
                                    <p:cond delay="0"/>
                                  </p:stCondLst>
                                  <p:childTnLst>
                                    <p:set>
                                      <p:cBhvr>
                                        <p:cTn id="140" dur="1" fill="hold">
                                          <p:stCondLst>
                                            <p:cond delay="0"/>
                                          </p:stCondLst>
                                        </p:cTn>
                                        <p:tgtEl>
                                          <p:spTgt spid="538">
                                            <p:txEl>
                                              <p:pRg st="2" end="2"/>
                                            </p:txEl>
                                          </p:spTgt>
                                        </p:tgtEl>
                                        <p:attrNameLst>
                                          <p:attrName>style.visibility</p:attrName>
                                        </p:attrNameLst>
                                      </p:cBhvr>
                                      <p:to>
                                        <p:strVal val="visible"/>
                                      </p:to>
                                    </p:set>
                                    <p:animEffect transition="in" filter="fade">
                                      <p:cBhvr additive="repl">
                                        <p:cTn id="141" dur="1000"/>
                                        <p:tgtEl>
                                          <p:spTgt spid="538">
                                            <p:txEl>
                                              <p:pRg st="2" end="2"/>
                                            </p:txEl>
                                          </p:spTgt>
                                        </p:tgtEl>
                                      </p:cBhvr>
                                    </p:animEffect>
                                    <p:anim calcmode="lin" valueType="num">
                                      <p:cBhvr additive="repl">
                                        <p:cTn id="142" dur="1000" fill="hold"/>
                                        <p:tgtEl>
                                          <p:spTgt spid="538">
                                            <p:txEl>
                                              <p:pRg st="2" end="2"/>
                                            </p:txEl>
                                          </p:spTgt>
                                        </p:tgtEl>
                                        <p:attrNameLst>
                                          <p:attrName>ppt_x</p:attrName>
                                        </p:attrNameLst>
                                      </p:cBhvr>
                                      <p:tavLst>
                                        <p:tav>
                                          <p:val>
                                            <p:strVal val="#ppt_x"/>
                                          </p:val>
                                        </p:tav>
                                        <p:tav tm="100000">
                                          <p:val>
                                            <p:strVal val="#ppt_x"/>
                                          </p:val>
                                        </p:tav>
                                      </p:tavLst>
                                    </p:anim>
                                    <p:anim calcmode="lin" valueType="num">
                                      <p:cBhvr additive="repl">
                                        <p:cTn id="143" dur="1000" fill="hold"/>
                                        <p:tgtEl>
                                          <p:spTgt spid="538">
                                            <p:txEl>
                                              <p:pRg st="2" end="2"/>
                                            </p:txEl>
                                          </p:spTgt>
                                        </p:tgtEl>
                                        <p:attrNameLst>
                                          <p:attrName>ppt_y</p:attrName>
                                        </p:attrNameLst>
                                      </p:cBhvr>
                                      <p:tavLst>
                                        <p:tav>
                                          <p:val>
                                            <p:strVal val="#ppt_y+.1"/>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42" presetClass="entr" fill="hold" nodeType="clickEffect">
                                  <p:stCondLst>
                                    <p:cond delay="0"/>
                                  </p:stCondLst>
                                  <p:childTnLst>
                                    <p:set>
                                      <p:cBhvr>
                                        <p:cTn id="147" dur="1" fill="hold">
                                          <p:stCondLst>
                                            <p:cond delay="0"/>
                                          </p:stCondLst>
                                        </p:cTn>
                                        <p:tgtEl>
                                          <p:spTgt spid="538">
                                            <p:txEl>
                                              <p:pRg st="3" end="3"/>
                                            </p:txEl>
                                          </p:spTgt>
                                        </p:tgtEl>
                                        <p:attrNameLst>
                                          <p:attrName>style.visibility</p:attrName>
                                        </p:attrNameLst>
                                      </p:cBhvr>
                                      <p:to>
                                        <p:strVal val="visible"/>
                                      </p:to>
                                    </p:set>
                                    <p:animEffect transition="in" filter="fade">
                                      <p:cBhvr additive="repl">
                                        <p:cTn id="148" dur="1000"/>
                                        <p:tgtEl>
                                          <p:spTgt spid="538">
                                            <p:txEl>
                                              <p:pRg st="3" end="3"/>
                                            </p:txEl>
                                          </p:spTgt>
                                        </p:tgtEl>
                                      </p:cBhvr>
                                    </p:animEffect>
                                    <p:anim calcmode="lin" valueType="num">
                                      <p:cBhvr additive="repl">
                                        <p:cTn id="149" dur="1000" fill="hold"/>
                                        <p:tgtEl>
                                          <p:spTgt spid="538">
                                            <p:txEl>
                                              <p:pRg st="3" end="3"/>
                                            </p:txEl>
                                          </p:spTgt>
                                        </p:tgtEl>
                                        <p:attrNameLst>
                                          <p:attrName>ppt_x</p:attrName>
                                        </p:attrNameLst>
                                      </p:cBhvr>
                                      <p:tavLst>
                                        <p:tav>
                                          <p:val>
                                            <p:strVal val="#ppt_x"/>
                                          </p:val>
                                        </p:tav>
                                        <p:tav tm="100000">
                                          <p:val>
                                            <p:strVal val="#ppt_x"/>
                                          </p:val>
                                        </p:tav>
                                      </p:tavLst>
                                    </p:anim>
                                    <p:anim calcmode="lin" valueType="num">
                                      <p:cBhvr additive="repl">
                                        <p:cTn id="150" dur="1000" fill="hold"/>
                                        <p:tgtEl>
                                          <p:spTgt spid="538">
                                            <p:txEl>
                                              <p:pRg st="3" end="3"/>
                                            </p:txEl>
                                          </p:spTgt>
                                        </p:tgtEl>
                                        <p:attrNameLst>
                                          <p:attrName>ppt_y</p:attrName>
                                        </p:attrNameLst>
                                      </p:cBhvr>
                                      <p:tavLst>
                                        <p:tav>
                                          <p:val>
                                            <p:strVal val="#ppt_y+.1"/>
                                          </p:val>
                                        </p:tav>
                                        <p:tav tm="100000">
                                          <p:val>
                                            <p:strVal val="#ppt_y"/>
                                          </p:val>
                                        </p:tav>
                                      </p:tavLst>
                                    </p:anim>
                                  </p:childTnLst>
                                </p:cTn>
                              </p:par>
                            </p:childTnLst>
                          </p:cTn>
                        </p:par>
                      </p:childTnLst>
                    </p:cTn>
                  </p:par>
                  <p:par>
                    <p:cTn id="151" fill="hold">
                      <p:stCondLst>
                        <p:cond delay="indefinite"/>
                      </p:stCondLst>
                      <p:childTnLst>
                        <p:par>
                          <p:cTn id="152" fill="hold">
                            <p:stCondLst>
                              <p:cond delay="0"/>
                            </p:stCondLst>
                            <p:childTnLst>
                              <p:par>
                                <p:cTn id="153" presetID="42" presetClass="entr" fill="hold" nodeType="clickEffect">
                                  <p:stCondLst>
                                    <p:cond delay="0"/>
                                  </p:stCondLst>
                                  <p:childTnLst>
                                    <p:set>
                                      <p:cBhvr>
                                        <p:cTn id="154" dur="1" fill="hold">
                                          <p:stCondLst>
                                            <p:cond delay="0"/>
                                          </p:stCondLst>
                                        </p:cTn>
                                        <p:tgtEl>
                                          <p:spTgt spid="538">
                                            <p:txEl>
                                              <p:pRg st="4" end="4"/>
                                            </p:txEl>
                                          </p:spTgt>
                                        </p:tgtEl>
                                        <p:attrNameLst>
                                          <p:attrName>style.visibility</p:attrName>
                                        </p:attrNameLst>
                                      </p:cBhvr>
                                      <p:to>
                                        <p:strVal val="visible"/>
                                      </p:to>
                                    </p:set>
                                    <p:animEffect transition="in" filter="fade">
                                      <p:cBhvr additive="repl">
                                        <p:cTn id="155" dur="1000"/>
                                        <p:tgtEl>
                                          <p:spTgt spid="538">
                                            <p:txEl>
                                              <p:pRg st="4" end="4"/>
                                            </p:txEl>
                                          </p:spTgt>
                                        </p:tgtEl>
                                      </p:cBhvr>
                                    </p:animEffect>
                                    <p:anim calcmode="lin" valueType="num">
                                      <p:cBhvr additive="repl">
                                        <p:cTn id="156" dur="1000" fill="hold"/>
                                        <p:tgtEl>
                                          <p:spTgt spid="538">
                                            <p:txEl>
                                              <p:pRg st="4" end="4"/>
                                            </p:txEl>
                                          </p:spTgt>
                                        </p:tgtEl>
                                        <p:attrNameLst>
                                          <p:attrName>ppt_x</p:attrName>
                                        </p:attrNameLst>
                                      </p:cBhvr>
                                      <p:tavLst>
                                        <p:tav>
                                          <p:val>
                                            <p:strVal val="#ppt_x"/>
                                          </p:val>
                                        </p:tav>
                                        <p:tav tm="100000">
                                          <p:val>
                                            <p:strVal val="#ppt_x"/>
                                          </p:val>
                                        </p:tav>
                                      </p:tavLst>
                                    </p:anim>
                                    <p:anim calcmode="lin" valueType="num">
                                      <p:cBhvr additive="repl">
                                        <p:cTn id="157" dur="1000" fill="hold"/>
                                        <p:tgtEl>
                                          <p:spTgt spid="538">
                                            <p:txEl>
                                              <p:pRg st="4" end="4"/>
                                            </p:txEl>
                                          </p:spTgt>
                                        </p:tgtEl>
                                        <p:attrNameLst>
                                          <p:attrName>ppt_y</p:attrName>
                                        </p:attrNameLst>
                                      </p:cBhvr>
                                      <p:tavLst>
                                        <p:tav>
                                          <p:val>
                                            <p:strVal val="#ppt_y+.1"/>
                                          </p:val>
                                        </p:tav>
                                        <p:tav tm="100000">
                                          <p:val>
                                            <p:strVal val="#ppt_y"/>
                                          </p:val>
                                        </p:tav>
                                      </p:tavLst>
                                    </p:anim>
                                  </p:childTnLst>
                                </p:cTn>
                              </p:par>
                            </p:childTnLst>
                          </p:cTn>
                        </p:par>
                      </p:childTnLst>
                    </p:cTn>
                  </p:par>
                  <p:par>
                    <p:cTn id="158" fill="hold">
                      <p:stCondLst>
                        <p:cond delay="indefinite"/>
                      </p:stCondLst>
                      <p:childTnLst>
                        <p:par>
                          <p:cTn id="159" fill="hold">
                            <p:stCondLst>
                              <p:cond delay="0"/>
                            </p:stCondLst>
                            <p:childTnLst>
                              <p:par>
                                <p:cTn id="160" presetID="42" presetClass="entr" fill="hold" nodeType="clickEffect">
                                  <p:stCondLst>
                                    <p:cond delay="0"/>
                                  </p:stCondLst>
                                  <p:childTnLst>
                                    <p:set>
                                      <p:cBhvr>
                                        <p:cTn id="161" dur="1" fill="hold">
                                          <p:stCondLst>
                                            <p:cond delay="0"/>
                                          </p:stCondLst>
                                        </p:cTn>
                                        <p:tgtEl>
                                          <p:spTgt spid="538">
                                            <p:txEl>
                                              <p:pRg st="5" end="5"/>
                                            </p:txEl>
                                          </p:spTgt>
                                        </p:tgtEl>
                                        <p:attrNameLst>
                                          <p:attrName>style.visibility</p:attrName>
                                        </p:attrNameLst>
                                      </p:cBhvr>
                                      <p:to>
                                        <p:strVal val="visible"/>
                                      </p:to>
                                    </p:set>
                                    <p:animEffect transition="in" filter="fade">
                                      <p:cBhvr additive="repl">
                                        <p:cTn id="162" dur="1000"/>
                                        <p:tgtEl>
                                          <p:spTgt spid="538">
                                            <p:txEl>
                                              <p:pRg st="5" end="5"/>
                                            </p:txEl>
                                          </p:spTgt>
                                        </p:tgtEl>
                                      </p:cBhvr>
                                    </p:animEffect>
                                    <p:anim calcmode="lin" valueType="num">
                                      <p:cBhvr additive="repl">
                                        <p:cTn id="163" dur="1000" fill="hold"/>
                                        <p:tgtEl>
                                          <p:spTgt spid="538">
                                            <p:txEl>
                                              <p:pRg st="5" end="5"/>
                                            </p:txEl>
                                          </p:spTgt>
                                        </p:tgtEl>
                                        <p:attrNameLst>
                                          <p:attrName>ppt_x</p:attrName>
                                        </p:attrNameLst>
                                      </p:cBhvr>
                                      <p:tavLst>
                                        <p:tav>
                                          <p:val>
                                            <p:strVal val="#ppt_x"/>
                                          </p:val>
                                        </p:tav>
                                        <p:tav tm="100000">
                                          <p:val>
                                            <p:strVal val="#ppt_x"/>
                                          </p:val>
                                        </p:tav>
                                      </p:tavLst>
                                    </p:anim>
                                    <p:anim calcmode="lin" valueType="num">
                                      <p:cBhvr additive="repl">
                                        <p:cTn id="164" dur="1000" fill="hold"/>
                                        <p:tgtEl>
                                          <p:spTgt spid="538">
                                            <p:txEl>
                                              <p:pRg st="5" end="5"/>
                                            </p:txEl>
                                          </p:spTgt>
                                        </p:tgtEl>
                                        <p:attrNameLst>
                                          <p:attrName>ppt_y</p:attrName>
                                        </p:attrNameLst>
                                      </p:cBhvr>
                                      <p:tavLst>
                                        <p:tav>
                                          <p:val>
                                            <p:strVal val="#ppt_y+.1"/>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42" presetClass="entr" fill="hold" nodeType="clickEffect">
                                  <p:stCondLst>
                                    <p:cond delay="0"/>
                                  </p:stCondLst>
                                  <p:childTnLst>
                                    <p:set>
                                      <p:cBhvr>
                                        <p:cTn id="168" dur="1" fill="hold">
                                          <p:stCondLst>
                                            <p:cond delay="0"/>
                                          </p:stCondLst>
                                        </p:cTn>
                                        <p:tgtEl>
                                          <p:spTgt spid="538">
                                            <p:txEl>
                                              <p:pRg st="6" end="6"/>
                                            </p:txEl>
                                          </p:spTgt>
                                        </p:tgtEl>
                                        <p:attrNameLst>
                                          <p:attrName>style.visibility</p:attrName>
                                        </p:attrNameLst>
                                      </p:cBhvr>
                                      <p:to>
                                        <p:strVal val="visible"/>
                                      </p:to>
                                    </p:set>
                                    <p:animEffect transition="in" filter="fade">
                                      <p:cBhvr additive="repl">
                                        <p:cTn id="169" dur="1000"/>
                                        <p:tgtEl>
                                          <p:spTgt spid="538">
                                            <p:txEl>
                                              <p:pRg st="6" end="6"/>
                                            </p:txEl>
                                          </p:spTgt>
                                        </p:tgtEl>
                                      </p:cBhvr>
                                    </p:animEffect>
                                    <p:anim calcmode="lin" valueType="num">
                                      <p:cBhvr additive="repl">
                                        <p:cTn id="170" dur="1000" fill="hold"/>
                                        <p:tgtEl>
                                          <p:spTgt spid="538">
                                            <p:txEl>
                                              <p:pRg st="6" end="6"/>
                                            </p:txEl>
                                          </p:spTgt>
                                        </p:tgtEl>
                                        <p:attrNameLst>
                                          <p:attrName>ppt_x</p:attrName>
                                        </p:attrNameLst>
                                      </p:cBhvr>
                                      <p:tavLst>
                                        <p:tav>
                                          <p:val>
                                            <p:strVal val="#ppt_x"/>
                                          </p:val>
                                        </p:tav>
                                        <p:tav tm="100000">
                                          <p:val>
                                            <p:strVal val="#ppt_x"/>
                                          </p:val>
                                        </p:tav>
                                      </p:tavLst>
                                    </p:anim>
                                    <p:anim calcmode="lin" valueType="num">
                                      <p:cBhvr additive="repl">
                                        <p:cTn id="171" dur="1000" fill="hold"/>
                                        <p:tgtEl>
                                          <p:spTgt spid="538">
                                            <p:txEl>
                                              <p:pRg st="6" end="6"/>
                                            </p:txEl>
                                          </p:spTgt>
                                        </p:tgtEl>
                                        <p:attrNameLst>
                                          <p:attrName>ppt_y</p:attrName>
                                        </p:attrNameLst>
                                      </p:cBhvr>
                                      <p:tavLst>
                                        <p:tav>
                                          <p:val>
                                            <p:strVal val="#ppt_y+.1"/>
                                          </p:val>
                                        </p:tav>
                                        <p:tav tm="100000">
                                          <p:val>
                                            <p:strVal val="#ppt_y"/>
                                          </p:val>
                                        </p:tav>
                                      </p:tavLst>
                                    </p:anim>
                                  </p:childTnLst>
                                </p:cTn>
                              </p:par>
                            </p:childTnLst>
                          </p:cTn>
                        </p:par>
                      </p:childTnLst>
                    </p:cTn>
                  </p:par>
                  <p:par>
                    <p:cTn id="172" fill="hold">
                      <p:stCondLst>
                        <p:cond delay="indefinite"/>
                      </p:stCondLst>
                      <p:childTnLst>
                        <p:par>
                          <p:cTn id="173" fill="hold">
                            <p:stCondLst>
                              <p:cond delay="0"/>
                            </p:stCondLst>
                            <p:childTnLst>
                              <p:par>
                                <p:cTn id="174" presetID="42" presetClass="entr" fill="hold" nodeType="clickEffect">
                                  <p:stCondLst>
                                    <p:cond delay="0"/>
                                  </p:stCondLst>
                                  <p:childTnLst>
                                    <p:set>
                                      <p:cBhvr>
                                        <p:cTn id="175" dur="1" fill="hold">
                                          <p:stCondLst>
                                            <p:cond delay="0"/>
                                          </p:stCondLst>
                                        </p:cTn>
                                        <p:tgtEl>
                                          <p:spTgt spid="538">
                                            <p:txEl>
                                              <p:pRg st="7" end="7"/>
                                            </p:txEl>
                                          </p:spTgt>
                                        </p:tgtEl>
                                        <p:attrNameLst>
                                          <p:attrName>style.visibility</p:attrName>
                                        </p:attrNameLst>
                                      </p:cBhvr>
                                      <p:to>
                                        <p:strVal val="visible"/>
                                      </p:to>
                                    </p:set>
                                    <p:animEffect transition="in" filter="fade">
                                      <p:cBhvr additive="repl">
                                        <p:cTn id="176" dur="1000"/>
                                        <p:tgtEl>
                                          <p:spTgt spid="538">
                                            <p:txEl>
                                              <p:pRg st="7" end="7"/>
                                            </p:txEl>
                                          </p:spTgt>
                                        </p:tgtEl>
                                      </p:cBhvr>
                                    </p:animEffect>
                                    <p:anim calcmode="lin" valueType="num">
                                      <p:cBhvr additive="repl">
                                        <p:cTn id="177" dur="1000" fill="hold"/>
                                        <p:tgtEl>
                                          <p:spTgt spid="538">
                                            <p:txEl>
                                              <p:pRg st="7" end="7"/>
                                            </p:txEl>
                                          </p:spTgt>
                                        </p:tgtEl>
                                        <p:attrNameLst>
                                          <p:attrName>ppt_x</p:attrName>
                                        </p:attrNameLst>
                                      </p:cBhvr>
                                      <p:tavLst>
                                        <p:tav>
                                          <p:val>
                                            <p:strVal val="#ppt_x"/>
                                          </p:val>
                                        </p:tav>
                                        <p:tav tm="100000">
                                          <p:val>
                                            <p:strVal val="#ppt_x"/>
                                          </p:val>
                                        </p:tav>
                                      </p:tavLst>
                                    </p:anim>
                                    <p:anim calcmode="lin" valueType="num">
                                      <p:cBhvr additive="repl">
                                        <p:cTn id="178" dur="1000" fill="hold"/>
                                        <p:tgtEl>
                                          <p:spTgt spid="538">
                                            <p:txEl>
                                              <p:pRg st="7" end="7"/>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0" name="Picture 4"/>
          <p:cNvPicPr/>
          <p:nvPr/>
        </p:nvPicPr>
        <p:blipFill>
          <a:blip r:embed="rId1"/>
          <a:srcRect l="0" t="96136" r="0" b="0"/>
          <a:stretch/>
        </p:blipFill>
        <p:spPr>
          <a:xfrm>
            <a:off x="676080" y="6472080"/>
            <a:ext cx="2142000" cy="191880"/>
          </a:xfrm>
          <a:prstGeom prst="rect">
            <a:avLst/>
          </a:prstGeom>
          <a:noFill/>
          <a:ln w="0">
            <a:noFill/>
          </a:ln>
        </p:spPr>
      </p:pic>
      <p:sp>
        <p:nvSpPr>
          <p:cNvPr id="541" name="PlaceHolder 1"/>
          <p:cNvSpPr>
            <a:spLocks noGrp="1"/>
          </p:cNvSpPr>
          <p:nvPr>
            <p:ph type="title"/>
          </p:nvPr>
        </p:nvSpPr>
        <p:spPr>
          <a:xfrm>
            <a:off x="676080" y="370440"/>
            <a:ext cx="2980440" cy="829800"/>
          </a:xfrm>
          <a:prstGeom prst="rect">
            <a:avLst/>
          </a:prstGeom>
          <a:noFill/>
          <a:ln w="0">
            <a:noFill/>
          </a:ln>
        </p:spPr>
        <p:txBody>
          <a:bodyPr lIns="91440" tIns="45720" rIns="91440" bIns="45720" anchor="t">
            <a:normAutofit/>
          </a:bodyPr>
          <a:p>
            <a:pPr indent="0" algn="l" defTabSz="457200">
              <a:lnSpc>
                <a:spcPct val="100000"/>
              </a:lnSpc>
              <a:buNone/>
              <a:tabLst>
                <a:tab pos="0" algn="l"/>
              </a:tabLst>
            </a:pPr>
            <a:r>
              <a:rPr lang="en-GB" sz="4800" b="1" u="none" strike="noStrike">
                <a:solidFill>
                  <a:schemeClr val="dk1"/>
                </a:solidFill>
                <a:effectLst/>
                <a:uFillTx/>
                <a:latin typeface="Trebuchet MS"/>
              </a:rPr>
              <a:t>RESULTS </a:t>
            </a:r>
            <a:endParaRPr lang="en-US" sz="4800" b="1" u="none" strike="noStrike">
              <a:solidFill>
                <a:schemeClr val="dk1"/>
              </a:solidFill>
              <a:effectLst/>
              <a:uFillTx/>
              <a:latin typeface="Trebuchet MS"/>
            </a:endParaRPr>
          </a:p>
        </p:txBody>
      </p:sp>
      <p:sp>
        <p:nvSpPr>
          <p:cNvPr id="542" name="Text Placeholder 30"/>
          <p:cNvSpPr/>
          <p:nvPr/>
        </p:nvSpPr>
        <p:spPr>
          <a:xfrm>
            <a:off x="321120" y="1275480"/>
            <a:ext cx="3342600" cy="6649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pic>
        <p:nvPicPr>
          <p:cNvPr id="543" name="Picture 6"/>
          <p:cNvPicPr/>
          <p:nvPr/>
        </p:nvPicPr>
        <p:blipFill>
          <a:blip r:embed="rId2"/>
          <a:stretch/>
        </p:blipFill>
        <p:spPr>
          <a:xfrm>
            <a:off x="474120" y="1385280"/>
            <a:ext cx="7108560" cy="4161600"/>
          </a:xfrm>
          <a:prstGeom prst="rect">
            <a:avLst/>
          </a:prstGeom>
          <a:noFill/>
          <a:ln w="0">
            <a:noFill/>
          </a:ln>
        </p:spPr>
      </p:pic>
      <p:sp>
        <p:nvSpPr>
          <p:cNvPr id="544" name=""/>
          <p:cNvSpPr txBox="1"/>
          <p:nvPr/>
        </p:nvSpPr>
        <p:spPr>
          <a:xfrm>
            <a:off x="1080000" y="5604120"/>
            <a:ext cx="6480000" cy="813960"/>
          </a:xfrm>
          <a:prstGeom prst="rect">
            <a:avLst/>
          </a:prstGeom>
          <a:noFill/>
          <a:ln w="0">
            <a:noFill/>
          </a:ln>
        </p:spPr>
        <p:txBody>
          <a:bodyPr lIns="90000" tIns="45000" rIns="90000" bIns="45000" anchor="t">
            <a:spAutoFit/>
          </a:bodyPr>
          <a:p>
            <a:r>
              <a:rPr lang="en-IN" sz="1500" b="1" u="none" strike="noStrike">
                <a:solidFill>
                  <a:srgbClr val="000000"/>
                </a:solidFill>
                <a:effectLst/>
                <a:uFillTx/>
                <a:latin typeface="Arial"/>
              </a:rPr>
              <a:t>Description -</a:t>
            </a:r>
            <a:r>
              <a:rPr lang="en-IN" sz="1000" b="0" u="none" strike="noStrike">
                <a:solidFill>
                  <a:srgbClr val="000000"/>
                </a:solidFill>
                <a:effectLst/>
                <a:uFillTx/>
                <a:latin typeface="Arial"/>
              </a:rPr>
              <a:t> </a:t>
            </a:r>
            <a:r>
              <a:rPr lang="en-IN" sz="1200" b="0" u="none" strike="noStrike">
                <a:solidFill>
                  <a:srgbClr val="000000"/>
                </a:solidFill>
                <a:effectLst/>
                <a:uFillTx/>
                <a:latin typeface="Arial"/>
              </a:rPr>
              <a:t>This analysis compares the average profit margin across different crops. Chilli and Sugarcane have positive profit margins, while crops like Rice, Wheat, and Maize show negative profit margins, indicating lower profitability.</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79" dur="indefinite" restart="never" nodeType="tmRoot">
          <p:childTnLst>
            <p:seq>
              <p:cTn id="180" dur="indefinite" nodeType="mainSeq">
                <p:childTnLst>
                  <p:par>
                    <p:cTn id="181" fill="hold">
                      <p:stCondLst>
                        <p:cond delay="indefinite"/>
                      </p:stCondLst>
                      <p:childTnLst>
                        <p:par>
                          <p:cTn id="182" fill="hold">
                            <p:stCondLst>
                              <p:cond delay="0"/>
                            </p:stCondLst>
                            <p:childTnLst>
                              <p:par>
                                <p:cTn id="183" presetID="53" presetClass="entr" fill="hold" nodeType="clickEffect" presetSubtype="16">
                                  <p:stCondLst>
                                    <p:cond delay="0"/>
                                  </p:stCondLst>
                                  <p:childTnLst>
                                    <p:set>
                                      <p:cBhvr>
                                        <p:cTn id="184" dur="1" fill="hold">
                                          <p:stCondLst>
                                            <p:cond delay="0"/>
                                          </p:stCondLst>
                                        </p:cTn>
                                        <p:tgtEl>
                                          <p:spTgt spid="541"/>
                                        </p:tgtEl>
                                        <p:attrNameLst>
                                          <p:attrName>style.visibility</p:attrName>
                                        </p:attrNameLst>
                                      </p:cBhvr>
                                      <p:to>
                                        <p:strVal val="visible"/>
                                      </p:to>
                                    </p:set>
                                    <p:anim calcmode="lin" valueType="num">
                                      <p:cBhvr additive="repl">
                                        <p:cTn id="185" dur="500" fill="hold"/>
                                        <p:tgtEl>
                                          <p:spTgt spid="541"/>
                                        </p:tgtEl>
                                        <p:attrNameLst>
                                          <p:attrName>ppt_w</p:attrName>
                                        </p:attrNameLst>
                                      </p:cBhvr>
                                      <p:tavLst>
                                        <p:tav>
                                          <p:val>
                                            <p:fltVal val="0"/>
                                          </p:val>
                                        </p:tav>
                                        <p:tav tm="100000">
                                          <p:val>
                                            <p:strVal val="#ppt_w"/>
                                          </p:val>
                                        </p:tav>
                                      </p:tavLst>
                                    </p:anim>
                                    <p:anim calcmode="lin" valueType="num">
                                      <p:cBhvr additive="repl">
                                        <p:cTn id="186" dur="500" fill="hold"/>
                                        <p:tgtEl>
                                          <p:spTgt spid="541"/>
                                        </p:tgtEl>
                                        <p:attrNameLst>
                                          <p:attrName>ppt_h</p:attrName>
                                        </p:attrNameLst>
                                      </p:cBhvr>
                                      <p:tavLst>
                                        <p:tav>
                                          <p:val>
                                            <p:fltVal val="0"/>
                                          </p:val>
                                        </p:tav>
                                        <p:tav tm="100000">
                                          <p:val>
                                            <p:strVal val="#ppt_h"/>
                                          </p:val>
                                        </p:tav>
                                      </p:tavLst>
                                    </p:anim>
                                    <p:animEffect transition="in" filter="fade">
                                      <p:cBhvr additive="repl">
                                        <p:cTn id="187" dur="500"/>
                                        <p:tgtEl>
                                          <p:spTgt spid="541"/>
                                        </p:tgtEl>
                                      </p:cBhvr>
                                    </p:animEffect>
                                  </p:childTnLst>
                                </p:cTn>
                              </p:par>
                            </p:childTnLst>
                          </p:cTn>
                        </p:par>
                      </p:childTnLst>
                    </p:cTn>
                  </p:par>
                  <p:par>
                    <p:cTn id="188" fill="hold">
                      <p:stCondLst>
                        <p:cond delay="indefinite"/>
                      </p:stCondLst>
                      <p:childTnLst>
                        <p:par>
                          <p:cTn id="189" fill="hold">
                            <p:stCondLst>
                              <p:cond delay="0"/>
                            </p:stCondLst>
                            <p:childTnLst>
                              <p:par>
                                <p:cTn id="190" presetID="42" presetClass="entr" fill="hold" nodeType="clickEffect">
                                  <p:stCondLst>
                                    <p:cond delay="0"/>
                                  </p:stCondLst>
                                  <p:childTnLst>
                                    <p:set>
                                      <p:cBhvr>
                                        <p:cTn id="191" dur="1" fill="hold">
                                          <p:stCondLst>
                                            <p:cond delay="0"/>
                                          </p:stCondLst>
                                        </p:cTn>
                                        <p:tgtEl>
                                          <p:spTgt spid="542"/>
                                        </p:tgtEl>
                                        <p:attrNameLst>
                                          <p:attrName>style.visibility</p:attrName>
                                        </p:attrNameLst>
                                      </p:cBhvr>
                                      <p:to>
                                        <p:strVal val="visible"/>
                                      </p:to>
                                    </p:set>
                                    <p:animEffect transition="in" filter="fade">
                                      <p:cBhvr additive="repl">
                                        <p:cTn id="192" dur="1000"/>
                                        <p:tgtEl>
                                          <p:spTgt spid="542"/>
                                        </p:tgtEl>
                                      </p:cBhvr>
                                    </p:animEffect>
                                    <p:anim calcmode="lin" valueType="num">
                                      <p:cBhvr additive="repl">
                                        <p:cTn id="193" dur="1000" fill="hold"/>
                                        <p:tgtEl>
                                          <p:spTgt spid="542"/>
                                        </p:tgtEl>
                                        <p:attrNameLst>
                                          <p:attrName>ppt_x</p:attrName>
                                        </p:attrNameLst>
                                      </p:cBhvr>
                                      <p:tavLst>
                                        <p:tav>
                                          <p:val>
                                            <p:strVal val="#ppt_x"/>
                                          </p:val>
                                        </p:tav>
                                        <p:tav tm="100000">
                                          <p:val>
                                            <p:strVal val="#ppt_x"/>
                                          </p:val>
                                        </p:tav>
                                      </p:tavLst>
                                    </p:anim>
                                    <p:anim calcmode="lin" valueType="num">
                                      <p:cBhvr additive="repl">
                                        <p:cTn id="194" dur="1000" fill="hold"/>
                                        <p:tgtEl>
                                          <p:spTgt spid="542"/>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5" name="Picture 4"/>
          <p:cNvPicPr/>
          <p:nvPr/>
        </p:nvPicPr>
        <p:blipFill>
          <a:blip r:embed="rId1"/>
          <a:srcRect l="0" t="96136" r="0" b="0"/>
          <a:stretch/>
        </p:blipFill>
        <p:spPr>
          <a:xfrm>
            <a:off x="676080" y="6472080"/>
            <a:ext cx="2142000" cy="191880"/>
          </a:xfrm>
          <a:prstGeom prst="rect">
            <a:avLst/>
          </a:prstGeom>
          <a:noFill/>
          <a:ln w="0">
            <a:noFill/>
          </a:ln>
        </p:spPr>
      </p:pic>
      <p:sp>
        <p:nvSpPr>
          <p:cNvPr id="546" name="PlaceHolder 1"/>
          <p:cNvSpPr>
            <a:spLocks noGrp="1"/>
          </p:cNvSpPr>
          <p:nvPr>
            <p:ph type="title"/>
          </p:nvPr>
        </p:nvSpPr>
        <p:spPr>
          <a:xfrm>
            <a:off x="676080" y="370440"/>
            <a:ext cx="2980440" cy="829800"/>
          </a:xfrm>
          <a:prstGeom prst="rect">
            <a:avLst/>
          </a:prstGeom>
          <a:noFill/>
          <a:ln w="0">
            <a:noFill/>
          </a:ln>
        </p:spPr>
        <p:txBody>
          <a:bodyPr lIns="91440" tIns="45720" rIns="91440" bIns="45720" anchor="t">
            <a:normAutofit/>
          </a:bodyPr>
          <a:p>
            <a:pPr indent="0" algn="l" defTabSz="457200">
              <a:lnSpc>
                <a:spcPct val="100000"/>
              </a:lnSpc>
              <a:buNone/>
              <a:tabLst>
                <a:tab pos="0" algn="l"/>
              </a:tabLst>
            </a:pPr>
            <a:r>
              <a:rPr lang="en-GB" sz="4800" b="1" u="none" strike="noStrike">
                <a:solidFill>
                  <a:schemeClr val="dk1"/>
                </a:solidFill>
                <a:effectLst/>
                <a:uFillTx/>
                <a:latin typeface="Trebuchet MS"/>
              </a:rPr>
              <a:t>RESULTS </a:t>
            </a:r>
            <a:endParaRPr lang="en-US" sz="4800" b="1" u="none" strike="noStrike">
              <a:solidFill>
                <a:schemeClr val="dk1"/>
              </a:solidFill>
              <a:effectLst/>
              <a:uFillTx/>
              <a:latin typeface="Trebuchet MS"/>
            </a:endParaRPr>
          </a:p>
        </p:txBody>
      </p:sp>
      <p:sp>
        <p:nvSpPr>
          <p:cNvPr id="547" name="Text Placeholder 30"/>
          <p:cNvSpPr/>
          <p:nvPr/>
        </p:nvSpPr>
        <p:spPr>
          <a:xfrm>
            <a:off x="321120" y="1275480"/>
            <a:ext cx="3342600" cy="6649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48" name="Text Placeholder 30"/>
          <p:cNvSpPr/>
          <p:nvPr/>
        </p:nvSpPr>
        <p:spPr>
          <a:xfrm>
            <a:off x="4345560" y="1275480"/>
            <a:ext cx="3342600" cy="6649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pic>
        <p:nvPicPr>
          <p:cNvPr id="549" name="Picture 2"/>
          <p:cNvPicPr/>
          <p:nvPr/>
        </p:nvPicPr>
        <p:blipFill>
          <a:blip r:embed="rId2"/>
          <a:stretch/>
        </p:blipFill>
        <p:spPr>
          <a:xfrm>
            <a:off x="321120" y="1532520"/>
            <a:ext cx="7018920" cy="4049640"/>
          </a:xfrm>
          <a:prstGeom prst="rect">
            <a:avLst/>
          </a:prstGeom>
          <a:noFill/>
          <a:ln w="0">
            <a:noFill/>
          </a:ln>
        </p:spPr>
      </p:pic>
      <p:sp>
        <p:nvSpPr>
          <p:cNvPr id="550" name=""/>
          <p:cNvSpPr txBox="1"/>
          <p:nvPr/>
        </p:nvSpPr>
        <p:spPr>
          <a:xfrm>
            <a:off x="900000" y="5582160"/>
            <a:ext cx="6300000" cy="1076760"/>
          </a:xfrm>
          <a:prstGeom prst="rect">
            <a:avLst/>
          </a:prstGeom>
          <a:noFill/>
          <a:ln w="0">
            <a:noFill/>
          </a:ln>
        </p:spPr>
        <p:txBody>
          <a:bodyPr lIns="90000" tIns="45000" rIns="90000" bIns="45000" anchor="t">
            <a:spAutoFit/>
          </a:bodyPr>
          <a:p>
            <a:r>
              <a:rPr lang="en-IN" sz="1500" b="1" u="none" strike="noStrike">
                <a:solidFill>
                  <a:srgbClr val="000000"/>
                </a:solidFill>
                <a:effectLst/>
                <a:uFillTx/>
                <a:latin typeface="Arial"/>
              </a:rPr>
              <a:t>Description</a:t>
            </a:r>
            <a:r>
              <a:rPr lang="en-IN" sz="1000" b="0" u="none" strike="noStrike">
                <a:solidFill>
                  <a:srgbClr val="000000"/>
                </a:solidFill>
                <a:effectLst/>
                <a:uFillTx/>
                <a:latin typeface="Arial"/>
              </a:rPr>
              <a:t> - </a:t>
            </a:r>
            <a:r>
              <a:rPr lang="en-IN" sz="1200" b="0" u="none" strike="noStrike">
                <a:solidFill>
                  <a:srgbClr val="000000"/>
                </a:solidFill>
                <a:effectLst/>
                <a:uFillTx/>
                <a:latin typeface="Arial"/>
              </a:rPr>
              <a:t>This analysis compares the average profit earned by different crops. Sugarcane and Chilli have the highest average profits, while Wheat and Rice show negative average profits, indicating lower financial performance.</a:t>
            </a:r>
            <a:endParaRPr lang="en-IN" sz="1200" b="0" u="none" strike="noStrike">
              <a:solidFill>
                <a:srgbClr val="000000"/>
              </a:solidFill>
              <a:effectLst/>
              <a:uFillTx/>
              <a:latin typeface="Arial"/>
            </a:endParaRPr>
          </a:p>
          <a:p>
            <a:endParaRPr lang="en-IN"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95" dur="indefinite" restart="never" nodeType="tmRoot">
          <p:childTnLst>
            <p:seq>
              <p:cTn id="196" dur="indefinite" nodeType="mainSeq">
                <p:childTnLst>
                  <p:par>
                    <p:cTn id="197" fill="hold">
                      <p:stCondLst>
                        <p:cond delay="indefinite"/>
                      </p:stCondLst>
                      <p:childTnLst>
                        <p:par>
                          <p:cTn id="198" fill="hold">
                            <p:stCondLst>
                              <p:cond delay="0"/>
                            </p:stCondLst>
                            <p:childTnLst>
                              <p:par>
                                <p:cTn id="199" presetID="53" presetClass="entr" fill="hold" nodeType="clickEffect" presetSubtype="16">
                                  <p:stCondLst>
                                    <p:cond delay="0"/>
                                  </p:stCondLst>
                                  <p:childTnLst>
                                    <p:set>
                                      <p:cBhvr>
                                        <p:cTn id="200" dur="1" fill="hold">
                                          <p:stCondLst>
                                            <p:cond delay="0"/>
                                          </p:stCondLst>
                                        </p:cTn>
                                        <p:tgtEl>
                                          <p:spTgt spid="546"/>
                                        </p:tgtEl>
                                        <p:attrNameLst>
                                          <p:attrName>style.visibility</p:attrName>
                                        </p:attrNameLst>
                                      </p:cBhvr>
                                      <p:to>
                                        <p:strVal val="visible"/>
                                      </p:to>
                                    </p:set>
                                    <p:anim calcmode="lin" valueType="num">
                                      <p:cBhvr additive="repl">
                                        <p:cTn id="201" dur="500" fill="hold"/>
                                        <p:tgtEl>
                                          <p:spTgt spid="546"/>
                                        </p:tgtEl>
                                        <p:attrNameLst>
                                          <p:attrName>ppt_w</p:attrName>
                                        </p:attrNameLst>
                                      </p:cBhvr>
                                      <p:tavLst>
                                        <p:tav>
                                          <p:val>
                                            <p:fltVal val="0"/>
                                          </p:val>
                                        </p:tav>
                                        <p:tav tm="100000">
                                          <p:val>
                                            <p:strVal val="#ppt_w"/>
                                          </p:val>
                                        </p:tav>
                                      </p:tavLst>
                                    </p:anim>
                                    <p:anim calcmode="lin" valueType="num">
                                      <p:cBhvr additive="repl">
                                        <p:cTn id="202" dur="500" fill="hold"/>
                                        <p:tgtEl>
                                          <p:spTgt spid="546"/>
                                        </p:tgtEl>
                                        <p:attrNameLst>
                                          <p:attrName>ppt_h</p:attrName>
                                        </p:attrNameLst>
                                      </p:cBhvr>
                                      <p:tavLst>
                                        <p:tav>
                                          <p:val>
                                            <p:fltVal val="0"/>
                                          </p:val>
                                        </p:tav>
                                        <p:tav tm="100000">
                                          <p:val>
                                            <p:strVal val="#ppt_h"/>
                                          </p:val>
                                        </p:tav>
                                      </p:tavLst>
                                    </p:anim>
                                    <p:animEffect transition="in" filter="fade">
                                      <p:cBhvr additive="repl">
                                        <p:cTn id="203" dur="500"/>
                                        <p:tgtEl>
                                          <p:spTgt spid="546"/>
                                        </p:tgtEl>
                                      </p:cBhvr>
                                    </p:animEffect>
                                  </p:childTnLst>
                                </p:cTn>
                              </p:par>
                            </p:childTnLst>
                          </p:cTn>
                        </p:par>
                      </p:childTnLst>
                    </p:cTn>
                  </p:par>
                  <p:par>
                    <p:cTn id="204" fill="hold">
                      <p:stCondLst>
                        <p:cond delay="indefinite"/>
                      </p:stCondLst>
                      <p:childTnLst>
                        <p:par>
                          <p:cTn id="205" fill="hold">
                            <p:stCondLst>
                              <p:cond delay="0"/>
                            </p:stCondLst>
                            <p:childTnLst>
                              <p:par>
                                <p:cTn id="206" presetID="42" presetClass="entr" fill="hold" nodeType="clickEffect">
                                  <p:stCondLst>
                                    <p:cond delay="0"/>
                                  </p:stCondLst>
                                  <p:childTnLst>
                                    <p:set>
                                      <p:cBhvr>
                                        <p:cTn id="207" dur="1" fill="hold">
                                          <p:stCondLst>
                                            <p:cond delay="0"/>
                                          </p:stCondLst>
                                        </p:cTn>
                                        <p:tgtEl>
                                          <p:spTgt spid="547"/>
                                        </p:tgtEl>
                                        <p:attrNameLst>
                                          <p:attrName>style.visibility</p:attrName>
                                        </p:attrNameLst>
                                      </p:cBhvr>
                                      <p:to>
                                        <p:strVal val="visible"/>
                                      </p:to>
                                    </p:set>
                                    <p:animEffect transition="in" filter="fade">
                                      <p:cBhvr additive="repl">
                                        <p:cTn id="208" dur="1000"/>
                                        <p:tgtEl>
                                          <p:spTgt spid="547"/>
                                        </p:tgtEl>
                                      </p:cBhvr>
                                    </p:animEffect>
                                    <p:anim calcmode="lin" valueType="num">
                                      <p:cBhvr additive="repl">
                                        <p:cTn id="209" dur="1000" fill="hold"/>
                                        <p:tgtEl>
                                          <p:spTgt spid="547"/>
                                        </p:tgtEl>
                                        <p:attrNameLst>
                                          <p:attrName>ppt_x</p:attrName>
                                        </p:attrNameLst>
                                      </p:cBhvr>
                                      <p:tavLst>
                                        <p:tav>
                                          <p:val>
                                            <p:strVal val="#ppt_x"/>
                                          </p:val>
                                        </p:tav>
                                        <p:tav tm="100000">
                                          <p:val>
                                            <p:strVal val="#ppt_x"/>
                                          </p:val>
                                        </p:tav>
                                      </p:tavLst>
                                    </p:anim>
                                    <p:anim calcmode="lin" valueType="num">
                                      <p:cBhvr additive="repl">
                                        <p:cTn id="210" dur="1000" fill="hold"/>
                                        <p:tgtEl>
                                          <p:spTgt spid="547"/>
                                        </p:tgtEl>
                                        <p:attrNameLst>
                                          <p:attrName>ppt_y</p:attrName>
                                        </p:attrNameLst>
                                      </p:cBhvr>
                                      <p:tavLst>
                                        <p:tav>
                                          <p:val>
                                            <p:strVal val="#ppt_y+.1"/>
                                          </p:val>
                                        </p:tav>
                                        <p:tav tm="100000">
                                          <p:val>
                                            <p:strVal val="#ppt_y"/>
                                          </p:val>
                                        </p:tav>
                                      </p:tavLst>
                                    </p:anim>
                                  </p:childTnLst>
                                </p:cTn>
                              </p:par>
                            </p:childTnLst>
                          </p:cTn>
                        </p:par>
                      </p:childTnLst>
                    </p:cTn>
                  </p:par>
                  <p:par>
                    <p:cTn id="211" fill="hold">
                      <p:stCondLst>
                        <p:cond delay="indefinite"/>
                      </p:stCondLst>
                      <p:childTnLst>
                        <p:par>
                          <p:cTn id="212" fill="hold">
                            <p:stCondLst>
                              <p:cond delay="0"/>
                            </p:stCondLst>
                            <p:childTnLst>
                              <p:par>
                                <p:cTn id="213" presetID="42" presetClass="entr" fill="hold" nodeType="clickEffect">
                                  <p:stCondLst>
                                    <p:cond delay="0"/>
                                  </p:stCondLst>
                                  <p:childTnLst>
                                    <p:set>
                                      <p:cBhvr>
                                        <p:cTn id="214" dur="1" fill="hold">
                                          <p:stCondLst>
                                            <p:cond delay="0"/>
                                          </p:stCondLst>
                                        </p:cTn>
                                        <p:tgtEl>
                                          <p:spTgt spid="548"/>
                                        </p:tgtEl>
                                        <p:attrNameLst>
                                          <p:attrName>style.visibility</p:attrName>
                                        </p:attrNameLst>
                                      </p:cBhvr>
                                      <p:to>
                                        <p:strVal val="visible"/>
                                      </p:to>
                                    </p:set>
                                    <p:animEffect transition="in" filter="fade">
                                      <p:cBhvr additive="repl">
                                        <p:cTn id="215" dur="1000"/>
                                        <p:tgtEl>
                                          <p:spTgt spid="548"/>
                                        </p:tgtEl>
                                      </p:cBhvr>
                                    </p:animEffect>
                                    <p:anim calcmode="lin" valueType="num">
                                      <p:cBhvr additive="repl">
                                        <p:cTn id="216" dur="1000" fill="hold"/>
                                        <p:tgtEl>
                                          <p:spTgt spid="548"/>
                                        </p:tgtEl>
                                        <p:attrNameLst>
                                          <p:attrName>ppt_x</p:attrName>
                                        </p:attrNameLst>
                                      </p:cBhvr>
                                      <p:tavLst>
                                        <p:tav>
                                          <p:val>
                                            <p:strVal val="#ppt_x"/>
                                          </p:val>
                                        </p:tav>
                                        <p:tav tm="100000">
                                          <p:val>
                                            <p:strVal val="#ppt_x"/>
                                          </p:val>
                                        </p:tav>
                                      </p:tavLst>
                                    </p:anim>
                                    <p:anim calcmode="lin" valueType="num">
                                      <p:cBhvr additive="repl">
                                        <p:cTn id="217" dur="1000" fill="hold"/>
                                        <p:tgtEl>
                                          <p:spTgt spid="548"/>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1" name="Picture 4"/>
          <p:cNvPicPr/>
          <p:nvPr/>
        </p:nvPicPr>
        <p:blipFill>
          <a:blip r:embed="rId1"/>
          <a:srcRect l="0" t="96136" r="0" b="0"/>
          <a:stretch/>
        </p:blipFill>
        <p:spPr>
          <a:xfrm>
            <a:off x="676080" y="6472080"/>
            <a:ext cx="2142000" cy="191880"/>
          </a:xfrm>
          <a:prstGeom prst="rect">
            <a:avLst/>
          </a:prstGeom>
          <a:noFill/>
          <a:ln w="0">
            <a:noFill/>
          </a:ln>
        </p:spPr>
      </p:pic>
      <p:sp>
        <p:nvSpPr>
          <p:cNvPr id="552" name="PlaceHolder 1"/>
          <p:cNvSpPr>
            <a:spLocks noGrp="1"/>
          </p:cNvSpPr>
          <p:nvPr>
            <p:ph type="title"/>
          </p:nvPr>
        </p:nvSpPr>
        <p:spPr>
          <a:xfrm>
            <a:off x="676080" y="370440"/>
            <a:ext cx="2980440" cy="829800"/>
          </a:xfrm>
          <a:prstGeom prst="rect">
            <a:avLst/>
          </a:prstGeom>
          <a:noFill/>
          <a:ln w="0">
            <a:noFill/>
          </a:ln>
        </p:spPr>
        <p:txBody>
          <a:bodyPr lIns="91440" tIns="45720" rIns="91440" bIns="45720" anchor="t">
            <a:normAutofit/>
          </a:bodyPr>
          <a:p>
            <a:pPr indent="0" algn="l" defTabSz="457200">
              <a:lnSpc>
                <a:spcPct val="100000"/>
              </a:lnSpc>
              <a:buNone/>
              <a:tabLst>
                <a:tab pos="0" algn="l"/>
              </a:tabLst>
            </a:pPr>
            <a:r>
              <a:rPr lang="en-GB" sz="4800" b="1" u="none" strike="noStrike">
                <a:solidFill>
                  <a:schemeClr val="dk1"/>
                </a:solidFill>
                <a:effectLst/>
                <a:uFillTx/>
                <a:latin typeface="Trebuchet MS"/>
              </a:rPr>
              <a:t>RESULTS </a:t>
            </a:r>
            <a:endParaRPr lang="en-US" sz="4800" b="1" u="none" strike="noStrike">
              <a:solidFill>
                <a:schemeClr val="dk1"/>
              </a:solidFill>
              <a:effectLst/>
              <a:uFillTx/>
              <a:latin typeface="Trebuchet MS"/>
            </a:endParaRPr>
          </a:p>
        </p:txBody>
      </p:sp>
      <p:sp>
        <p:nvSpPr>
          <p:cNvPr id="553" name="Text Placeholder 30"/>
          <p:cNvSpPr/>
          <p:nvPr/>
        </p:nvSpPr>
        <p:spPr>
          <a:xfrm>
            <a:off x="321120" y="1275480"/>
            <a:ext cx="3342600" cy="6649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54" name="Text Placeholder 30"/>
          <p:cNvSpPr/>
          <p:nvPr/>
        </p:nvSpPr>
        <p:spPr>
          <a:xfrm>
            <a:off x="4345560" y="1275480"/>
            <a:ext cx="3342600" cy="6649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pic>
        <p:nvPicPr>
          <p:cNvPr id="555" name="Picture 4"/>
          <p:cNvPicPr/>
          <p:nvPr/>
        </p:nvPicPr>
        <p:blipFill>
          <a:blip r:embed="rId2"/>
          <a:stretch/>
        </p:blipFill>
        <p:spPr>
          <a:xfrm>
            <a:off x="482760" y="1275480"/>
            <a:ext cx="5700240" cy="3944520"/>
          </a:xfrm>
          <a:prstGeom prst="rect">
            <a:avLst/>
          </a:prstGeom>
          <a:noFill/>
          <a:ln w="0">
            <a:noFill/>
          </a:ln>
        </p:spPr>
      </p:pic>
      <p:sp>
        <p:nvSpPr>
          <p:cNvPr id="556" name=""/>
          <p:cNvSpPr txBox="1"/>
          <p:nvPr/>
        </p:nvSpPr>
        <p:spPr>
          <a:xfrm>
            <a:off x="900000" y="5441400"/>
            <a:ext cx="6840000" cy="1062360"/>
          </a:xfrm>
          <a:prstGeom prst="rect">
            <a:avLst/>
          </a:prstGeom>
          <a:noFill/>
          <a:ln w="0">
            <a:noFill/>
          </a:ln>
        </p:spPr>
        <p:txBody>
          <a:bodyPr lIns="90000" tIns="45000" rIns="90000" bIns="45000" anchor="t">
            <a:spAutoFit/>
          </a:bodyPr>
          <a:p>
            <a:r>
              <a:rPr lang="en-IN" sz="1500" b="1" u="none" strike="noStrike">
                <a:solidFill>
                  <a:srgbClr val="000000"/>
                </a:solidFill>
                <a:effectLst/>
                <a:uFillTx/>
                <a:latin typeface="Arial"/>
              </a:rPr>
              <a:t>Description -</a:t>
            </a:r>
            <a:r>
              <a:rPr lang="en-IN" sz="1000" b="0" u="none" strike="noStrike">
                <a:solidFill>
                  <a:srgbClr val="000000"/>
                </a:solidFill>
                <a:effectLst/>
                <a:uFillTx/>
                <a:latin typeface="Arial"/>
              </a:rPr>
              <a:t> </a:t>
            </a:r>
            <a:r>
              <a:rPr lang="en-IN" sz="1200" b="0" u="none" strike="noStrike">
                <a:solidFill>
                  <a:srgbClr val="000000"/>
                </a:solidFill>
                <a:effectLst/>
                <a:uFillTx/>
                <a:latin typeface="Arial"/>
              </a:rPr>
              <a:t>This analysis shows the relationship between Disease/Pest Risk and Profit across farms. The points are widely scattered, indicating no clear direct relationship, with both profits and losses occurring at different risk levels.</a:t>
            </a:r>
            <a:endParaRPr lang="en-IN" sz="1200" b="0" u="none" strike="noStrike">
              <a:solidFill>
                <a:srgbClr val="000000"/>
              </a:solidFill>
              <a:effectLst/>
              <a:uFillTx/>
              <a:latin typeface="Arial"/>
            </a:endParaRPr>
          </a:p>
          <a:p>
            <a:endParaRPr lang="en-IN"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18" dur="indefinite" restart="never" nodeType="tmRoot">
          <p:childTnLst>
            <p:seq>
              <p:cTn id="219" dur="indefinite" nodeType="mainSeq">
                <p:childTnLst>
                  <p:par>
                    <p:cTn id="220" fill="hold">
                      <p:stCondLst>
                        <p:cond delay="indefinite"/>
                      </p:stCondLst>
                      <p:childTnLst>
                        <p:par>
                          <p:cTn id="221" fill="hold">
                            <p:stCondLst>
                              <p:cond delay="0"/>
                            </p:stCondLst>
                            <p:childTnLst>
                              <p:par>
                                <p:cTn id="222" presetID="53" presetClass="entr" fill="hold" nodeType="clickEffect" presetSubtype="16">
                                  <p:stCondLst>
                                    <p:cond delay="0"/>
                                  </p:stCondLst>
                                  <p:childTnLst>
                                    <p:set>
                                      <p:cBhvr>
                                        <p:cTn id="223" dur="1" fill="hold">
                                          <p:stCondLst>
                                            <p:cond delay="0"/>
                                          </p:stCondLst>
                                        </p:cTn>
                                        <p:tgtEl>
                                          <p:spTgt spid="552"/>
                                        </p:tgtEl>
                                        <p:attrNameLst>
                                          <p:attrName>style.visibility</p:attrName>
                                        </p:attrNameLst>
                                      </p:cBhvr>
                                      <p:to>
                                        <p:strVal val="visible"/>
                                      </p:to>
                                    </p:set>
                                    <p:anim calcmode="lin" valueType="num">
                                      <p:cBhvr additive="repl">
                                        <p:cTn id="224" dur="500" fill="hold"/>
                                        <p:tgtEl>
                                          <p:spTgt spid="552"/>
                                        </p:tgtEl>
                                        <p:attrNameLst>
                                          <p:attrName>ppt_w</p:attrName>
                                        </p:attrNameLst>
                                      </p:cBhvr>
                                      <p:tavLst>
                                        <p:tav>
                                          <p:val>
                                            <p:fltVal val="0"/>
                                          </p:val>
                                        </p:tav>
                                        <p:tav tm="100000">
                                          <p:val>
                                            <p:strVal val="#ppt_w"/>
                                          </p:val>
                                        </p:tav>
                                      </p:tavLst>
                                    </p:anim>
                                    <p:anim calcmode="lin" valueType="num">
                                      <p:cBhvr additive="repl">
                                        <p:cTn id="225" dur="500" fill="hold"/>
                                        <p:tgtEl>
                                          <p:spTgt spid="552"/>
                                        </p:tgtEl>
                                        <p:attrNameLst>
                                          <p:attrName>ppt_h</p:attrName>
                                        </p:attrNameLst>
                                      </p:cBhvr>
                                      <p:tavLst>
                                        <p:tav>
                                          <p:val>
                                            <p:fltVal val="0"/>
                                          </p:val>
                                        </p:tav>
                                        <p:tav tm="100000">
                                          <p:val>
                                            <p:strVal val="#ppt_h"/>
                                          </p:val>
                                        </p:tav>
                                      </p:tavLst>
                                    </p:anim>
                                    <p:animEffect transition="in" filter="fade">
                                      <p:cBhvr additive="repl">
                                        <p:cTn id="226" dur="500"/>
                                        <p:tgtEl>
                                          <p:spTgt spid="552"/>
                                        </p:tgtEl>
                                      </p:cBhvr>
                                    </p:animEffect>
                                  </p:childTnLst>
                                </p:cTn>
                              </p:par>
                            </p:childTnLst>
                          </p:cTn>
                        </p:par>
                      </p:childTnLst>
                    </p:cTn>
                  </p:par>
                  <p:par>
                    <p:cTn id="227" fill="hold">
                      <p:stCondLst>
                        <p:cond delay="indefinite"/>
                      </p:stCondLst>
                      <p:childTnLst>
                        <p:par>
                          <p:cTn id="228" fill="hold">
                            <p:stCondLst>
                              <p:cond delay="0"/>
                            </p:stCondLst>
                            <p:childTnLst>
                              <p:par>
                                <p:cTn id="229" presetID="42" presetClass="entr" fill="hold" nodeType="clickEffect">
                                  <p:stCondLst>
                                    <p:cond delay="0"/>
                                  </p:stCondLst>
                                  <p:childTnLst>
                                    <p:set>
                                      <p:cBhvr>
                                        <p:cTn id="230" dur="1" fill="hold">
                                          <p:stCondLst>
                                            <p:cond delay="0"/>
                                          </p:stCondLst>
                                        </p:cTn>
                                        <p:tgtEl>
                                          <p:spTgt spid="553"/>
                                        </p:tgtEl>
                                        <p:attrNameLst>
                                          <p:attrName>style.visibility</p:attrName>
                                        </p:attrNameLst>
                                      </p:cBhvr>
                                      <p:to>
                                        <p:strVal val="visible"/>
                                      </p:to>
                                    </p:set>
                                    <p:animEffect transition="in" filter="fade">
                                      <p:cBhvr additive="repl">
                                        <p:cTn id="231" dur="1000"/>
                                        <p:tgtEl>
                                          <p:spTgt spid="553"/>
                                        </p:tgtEl>
                                      </p:cBhvr>
                                    </p:animEffect>
                                    <p:anim calcmode="lin" valueType="num">
                                      <p:cBhvr additive="repl">
                                        <p:cTn id="232" dur="1000" fill="hold"/>
                                        <p:tgtEl>
                                          <p:spTgt spid="553"/>
                                        </p:tgtEl>
                                        <p:attrNameLst>
                                          <p:attrName>ppt_x</p:attrName>
                                        </p:attrNameLst>
                                      </p:cBhvr>
                                      <p:tavLst>
                                        <p:tav>
                                          <p:val>
                                            <p:strVal val="#ppt_x"/>
                                          </p:val>
                                        </p:tav>
                                        <p:tav tm="100000">
                                          <p:val>
                                            <p:strVal val="#ppt_x"/>
                                          </p:val>
                                        </p:tav>
                                      </p:tavLst>
                                    </p:anim>
                                    <p:anim calcmode="lin" valueType="num">
                                      <p:cBhvr additive="repl">
                                        <p:cTn id="233" dur="1000" fill="hold"/>
                                        <p:tgtEl>
                                          <p:spTgt spid="553"/>
                                        </p:tgtEl>
                                        <p:attrNameLst>
                                          <p:attrName>ppt_y</p:attrName>
                                        </p:attrNameLst>
                                      </p:cBhvr>
                                      <p:tavLst>
                                        <p:tav>
                                          <p:val>
                                            <p:strVal val="#ppt_y+.1"/>
                                          </p:val>
                                        </p:tav>
                                        <p:tav tm="100000">
                                          <p:val>
                                            <p:strVal val="#ppt_y"/>
                                          </p:val>
                                        </p:tav>
                                      </p:tavLst>
                                    </p:anim>
                                  </p:childTnLst>
                                </p:cTn>
                              </p:par>
                            </p:childTnLst>
                          </p:cTn>
                        </p:par>
                      </p:childTnLst>
                    </p:cTn>
                  </p:par>
                  <p:par>
                    <p:cTn id="234" fill="hold">
                      <p:stCondLst>
                        <p:cond delay="indefinite"/>
                      </p:stCondLst>
                      <p:childTnLst>
                        <p:par>
                          <p:cTn id="235" fill="hold">
                            <p:stCondLst>
                              <p:cond delay="0"/>
                            </p:stCondLst>
                            <p:childTnLst>
                              <p:par>
                                <p:cTn id="236" presetID="42" presetClass="entr" fill="hold" nodeType="clickEffect">
                                  <p:stCondLst>
                                    <p:cond delay="0"/>
                                  </p:stCondLst>
                                  <p:childTnLst>
                                    <p:set>
                                      <p:cBhvr>
                                        <p:cTn id="237" dur="1" fill="hold">
                                          <p:stCondLst>
                                            <p:cond delay="0"/>
                                          </p:stCondLst>
                                        </p:cTn>
                                        <p:tgtEl>
                                          <p:spTgt spid="554"/>
                                        </p:tgtEl>
                                        <p:attrNameLst>
                                          <p:attrName>style.visibility</p:attrName>
                                        </p:attrNameLst>
                                      </p:cBhvr>
                                      <p:to>
                                        <p:strVal val="visible"/>
                                      </p:to>
                                    </p:set>
                                    <p:animEffect transition="in" filter="fade">
                                      <p:cBhvr additive="repl">
                                        <p:cTn id="238" dur="1000"/>
                                        <p:tgtEl>
                                          <p:spTgt spid="554"/>
                                        </p:tgtEl>
                                      </p:cBhvr>
                                    </p:animEffect>
                                    <p:anim calcmode="lin" valueType="num">
                                      <p:cBhvr additive="repl">
                                        <p:cTn id="239" dur="1000" fill="hold"/>
                                        <p:tgtEl>
                                          <p:spTgt spid="554"/>
                                        </p:tgtEl>
                                        <p:attrNameLst>
                                          <p:attrName>ppt_x</p:attrName>
                                        </p:attrNameLst>
                                      </p:cBhvr>
                                      <p:tavLst>
                                        <p:tav>
                                          <p:val>
                                            <p:strVal val="#ppt_x"/>
                                          </p:val>
                                        </p:tav>
                                        <p:tav tm="100000">
                                          <p:val>
                                            <p:strVal val="#ppt_x"/>
                                          </p:val>
                                        </p:tav>
                                      </p:tavLst>
                                    </p:anim>
                                    <p:anim calcmode="lin" valueType="num">
                                      <p:cBhvr additive="repl">
                                        <p:cTn id="240" dur="1000" fill="hold"/>
                                        <p:tgtEl>
                                          <p:spTgt spid="554"/>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7" name="Picture 4"/>
          <p:cNvPicPr/>
          <p:nvPr/>
        </p:nvPicPr>
        <p:blipFill>
          <a:blip r:embed="rId1"/>
          <a:srcRect l="0" t="96136" r="0" b="0"/>
          <a:stretch/>
        </p:blipFill>
        <p:spPr>
          <a:xfrm>
            <a:off x="676080" y="6472080"/>
            <a:ext cx="2142000" cy="191880"/>
          </a:xfrm>
          <a:prstGeom prst="rect">
            <a:avLst/>
          </a:prstGeom>
          <a:noFill/>
          <a:ln w="0">
            <a:noFill/>
          </a:ln>
        </p:spPr>
      </p:pic>
      <p:sp>
        <p:nvSpPr>
          <p:cNvPr id="558" name="PlaceHolder 1"/>
          <p:cNvSpPr>
            <a:spLocks noGrp="1"/>
          </p:cNvSpPr>
          <p:nvPr>
            <p:ph type="title"/>
          </p:nvPr>
        </p:nvSpPr>
        <p:spPr>
          <a:xfrm>
            <a:off x="676080" y="370440"/>
            <a:ext cx="2980440" cy="829800"/>
          </a:xfrm>
          <a:prstGeom prst="rect">
            <a:avLst/>
          </a:prstGeom>
          <a:noFill/>
          <a:ln w="0">
            <a:noFill/>
          </a:ln>
        </p:spPr>
        <p:txBody>
          <a:bodyPr lIns="91440" tIns="45720" rIns="91440" bIns="45720" anchor="t">
            <a:normAutofit/>
          </a:bodyPr>
          <a:p>
            <a:pPr indent="0" algn="l" defTabSz="457200">
              <a:lnSpc>
                <a:spcPct val="100000"/>
              </a:lnSpc>
              <a:buNone/>
              <a:tabLst>
                <a:tab pos="0" algn="l"/>
              </a:tabLst>
            </a:pPr>
            <a:r>
              <a:rPr lang="en-GB" sz="4800" b="1" u="none" strike="noStrike">
                <a:solidFill>
                  <a:schemeClr val="dk1"/>
                </a:solidFill>
                <a:effectLst/>
                <a:uFillTx/>
                <a:latin typeface="Trebuchet MS"/>
              </a:rPr>
              <a:t>RESULTS </a:t>
            </a:r>
            <a:endParaRPr lang="en-US" sz="4800" b="1" u="none" strike="noStrike">
              <a:solidFill>
                <a:schemeClr val="dk1"/>
              </a:solidFill>
              <a:effectLst/>
              <a:uFillTx/>
              <a:latin typeface="Trebuchet MS"/>
            </a:endParaRPr>
          </a:p>
        </p:txBody>
      </p:sp>
      <p:sp>
        <p:nvSpPr>
          <p:cNvPr id="559" name="Text Placeholder 30"/>
          <p:cNvSpPr/>
          <p:nvPr/>
        </p:nvSpPr>
        <p:spPr>
          <a:xfrm>
            <a:off x="321120" y="1275480"/>
            <a:ext cx="3342600" cy="6649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60" name="Text Placeholder 30"/>
          <p:cNvSpPr/>
          <p:nvPr/>
        </p:nvSpPr>
        <p:spPr>
          <a:xfrm>
            <a:off x="4345560" y="1275480"/>
            <a:ext cx="3342600" cy="6649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pic>
        <p:nvPicPr>
          <p:cNvPr id="561" name="Picture 2"/>
          <p:cNvPicPr/>
          <p:nvPr/>
        </p:nvPicPr>
        <p:blipFill>
          <a:blip r:embed="rId2"/>
          <a:stretch/>
        </p:blipFill>
        <p:spPr>
          <a:xfrm>
            <a:off x="548280" y="1351440"/>
            <a:ext cx="6962400" cy="4212360"/>
          </a:xfrm>
          <a:prstGeom prst="rect">
            <a:avLst/>
          </a:prstGeom>
          <a:noFill/>
          <a:ln w="0">
            <a:noFill/>
          </a:ln>
        </p:spPr>
      </p:pic>
      <p:sp>
        <p:nvSpPr>
          <p:cNvPr id="562" name=""/>
          <p:cNvSpPr txBox="1"/>
          <p:nvPr/>
        </p:nvSpPr>
        <p:spPr>
          <a:xfrm>
            <a:off x="1080000" y="5587200"/>
            <a:ext cx="7740000" cy="1091160"/>
          </a:xfrm>
          <a:prstGeom prst="rect">
            <a:avLst/>
          </a:prstGeom>
          <a:noFill/>
          <a:ln w="0">
            <a:noFill/>
          </a:ln>
        </p:spPr>
        <p:txBody>
          <a:bodyPr lIns="90000" tIns="45000" rIns="90000" bIns="45000" anchor="t">
            <a:spAutoFit/>
          </a:bodyPr>
          <a:p>
            <a:r>
              <a:rPr lang="en-IN" sz="1500" b="1" u="none" strike="noStrike">
                <a:solidFill>
                  <a:srgbClr val="000000"/>
                </a:solidFill>
                <a:effectLst/>
                <a:uFillTx/>
                <a:latin typeface="Arial"/>
              </a:rPr>
              <a:t>Description</a:t>
            </a:r>
            <a:r>
              <a:rPr lang="en-IN" sz="1000" b="0" u="none" strike="noStrike">
                <a:solidFill>
                  <a:srgbClr val="000000"/>
                </a:solidFill>
                <a:effectLst/>
                <a:uFillTx/>
                <a:latin typeface="Arial"/>
              </a:rPr>
              <a:t> - </a:t>
            </a:r>
            <a:r>
              <a:rPr lang="en-IN" sz="1200" b="0" u="none" strike="noStrike">
                <a:solidFill>
                  <a:srgbClr val="000000"/>
                </a:solidFill>
                <a:effectLst/>
                <a:uFillTx/>
                <a:latin typeface="Arial"/>
              </a:rPr>
              <a:t>This analysis compares the average profit across different states. Maharashtra and Punjab have the highest average profits, while Andhra Pradesh and Madhya Pradesh show comparatively lower profits.</a:t>
            </a:r>
            <a:endParaRPr lang="en-IN" sz="1200" b="0" u="none" strike="noStrike">
              <a:solidFill>
                <a:srgbClr val="000000"/>
              </a:solidFill>
              <a:effectLst/>
              <a:uFillTx/>
              <a:latin typeface="Arial"/>
            </a:endParaRPr>
          </a:p>
          <a:p>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41" dur="indefinite" restart="never" nodeType="tmRoot">
          <p:childTnLst>
            <p:seq>
              <p:cTn id="242" dur="indefinite" nodeType="mainSeq">
                <p:childTnLst>
                  <p:par>
                    <p:cTn id="243" fill="hold">
                      <p:stCondLst>
                        <p:cond delay="indefinite"/>
                      </p:stCondLst>
                      <p:childTnLst>
                        <p:par>
                          <p:cTn id="244" fill="hold">
                            <p:stCondLst>
                              <p:cond delay="0"/>
                            </p:stCondLst>
                            <p:childTnLst>
                              <p:par>
                                <p:cTn id="245" presetID="53" presetClass="entr" fill="hold" nodeType="clickEffect" presetSubtype="16">
                                  <p:stCondLst>
                                    <p:cond delay="0"/>
                                  </p:stCondLst>
                                  <p:childTnLst>
                                    <p:set>
                                      <p:cBhvr>
                                        <p:cTn id="246" dur="1" fill="hold">
                                          <p:stCondLst>
                                            <p:cond delay="0"/>
                                          </p:stCondLst>
                                        </p:cTn>
                                        <p:tgtEl>
                                          <p:spTgt spid="558"/>
                                        </p:tgtEl>
                                        <p:attrNameLst>
                                          <p:attrName>style.visibility</p:attrName>
                                        </p:attrNameLst>
                                      </p:cBhvr>
                                      <p:to>
                                        <p:strVal val="visible"/>
                                      </p:to>
                                    </p:set>
                                    <p:anim calcmode="lin" valueType="num">
                                      <p:cBhvr additive="repl">
                                        <p:cTn id="247" dur="500" fill="hold"/>
                                        <p:tgtEl>
                                          <p:spTgt spid="558"/>
                                        </p:tgtEl>
                                        <p:attrNameLst>
                                          <p:attrName>ppt_w</p:attrName>
                                        </p:attrNameLst>
                                      </p:cBhvr>
                                      <p:tavLst>
                                        <p:tav>
                                          <p:val>
                                            <p:fltVal val="0"/>
                                          </p:val>
                                        </p:tav>
                                        <p:tav tm="100000">
                                          <p:val>
                                            <p:strVal val="#ppt_w"/>
                                          </p:val>
                                        </p:tav>
                                      </p:tavLst>
                                    </p:anim>
                                    <p:anim calcmode="lin" valueType="num">
                                      <p:cBhvr additive="repl">
                                        <p:cTn id="248" dur="500" fill="hold"/>
                                        <p:tgtEl>
                                          <p:spTgt spid="558"/>
                                        </p:tgtEl>
                                        <p:attrNameLst>
                                          <p:attrName>ppt_h</p:attrName>
                                        </p:attrNameLst>
                                      </p:cBhvr>
                                      <p:tavLst>
                                        <p:tav>
                                          <p:val>
                                            <p:fltVal val="0"/>
                                          </p:val>
                                        </p:tav>
                                        <p:tav tm="100000">
                                          <p:val>
                                            <p:strVal val="#ppt_h"/>
                                          </p:val>
                                        </p:tav>
                                      </p:tavLst>
                                    </p:anim>
                                    <p:animEffect transition="in" filter="fade">
                                      <p:cBhvr additive="repl">
                                        <p:cTn id="249" dur="500"/>
                                        <p:tgtEl>
                                          <p:spTgt spid="558"/>
                                        </p:tgtEl>
                                      </p:cBhvr>
                                    </p:animEffect>
                                  </p:childTnLst>
                                </p:cTn>
                              </p:par>
                            </p:childTnLst>
                          </p:cTn>
                        </p:par>
                      </p:childTnLst>
                    </p:cTn>
                  </p:par>
                  <p:par>
                    <p:cTn id="250" fill="hold">
                      <p:stCondLst>
                        <p:cond delay="indefinite"/>
                      </p:stCondLst>
                      <p:childTnLst>
                        <p:par>
                          <p:cTn id="251" fill="hold">
                            <p:stCondLst>
                              <p:cond delay="0"/>
                            </p:stCondLst>
                            <p:childTnLst>
                              <p:par>
                                <p:cTn id="252" presetID="42" presetClass="entr" fill="hold" nodeType="clickEffect">
                                  <p:stCondLst>
                                    <p:cond delay="0"/>
                                  </p:stCondLst>
                                  <p:childTnLst>
                                    <p:set>
                                      <p:cBhvr>
                                        <p:cTn id="253" dur="1" fill="hold">
                                          <p:stCondLst>
                                            <p:cond delay="0"/>
                                          </p:stCondLst>
                                        </p:cTn>
                                        <p:tgtEl>
                                          <p:spTgt spid="559"/>
                                        </p:tgtEl>
                                        <p:attrNameLst>
                                          <p:attrName>style.visibility</p:attrName>
                                        </p:attrNameLst>
                                      </p:cBhvr>
                                      <p:to>
                                        <p:strVal val="visible"/>
                                      </p:to>
                                    </p:set>
                                    <p:animEffect transition="in" filter="fade">
                                      <p:cBhvr additive="repl">
                                        <p:cTn id="254" dur="1000"/>
                                        <p:tgtEl>
                                          <p:spTgt spid="559"/>
                                        </p:tgtEl>
                                      </p:cBhvr>
                                    </p:animEffect>
                                    <p:anim calcmode="lin" valueType="num">
                                      <p:cBhvr additive="repl">
                                        <p:cTn id="255" dur="1000" fill="hold"/>
                                        <p:tgtEl>
                                          <p:spTgt spid="559"/>
                                        </p:tgtEl>
                                        <p:attrNameLst>
                                          <p:attrName>ppt_x</p:attrName>
                                        </p:attrNameLst>
                                      </p:cBhvr>
                                      <p:tavLst>
                                        <p:tav>
                                          <p:val>
                                            <p:strVal val="#ppt_x"/>
                                          </p:val>
                                        </p:tav>
                                        <p:tav tm="100000">
                                          <p:val>
                                            <p:strVal val="#ppt_x"/>
                                          </p:val>
                                        </p:tav>
                                      </p:tavLst>
                                    </p:anim>
                                    <p:anim calcmode="lin" valueType="num">
                                      <p:cBhvr additive="repl">
                                        <p:cTn id="256" dur="1000" fill="hold"/>
                                        <p:tgtEl>
                                          <p:spTgt spid="559"/>
                                        </p:tgtEl>
                                        <p:attrNameLst>
                                          <p:attrName>ppt_y</p:attrName>
                                        </p:attrNameLst>
                                      </p:cBhvr>
                                      <p:tavLst>
                                        <p:tav>
                                          <p:val>
                                            <p:strVal val="#ppt_y+.1"/>
                                          </p:val>
                                        </p:tav>
                                        <p:tav tm="100000">
                                          <p:val>
                                            <p:strVal val="#ppt_y"/>
                                          </p:val>
                                        </p:tav>
                                      </p:tavLst>
                                    </p:anim>
                                  </p:childTnLst>
                                </p:cTn>
                              </p:par>
                            </p:childTnLst>
                          </p:cTn>
                        </p:par>
                      </p:childTnLst>
                    </p:cTn>
                  </p:par>
                  <p:par>
                    <p:cTn id="257" fill="hold">
                      <p:stCondLst>
                        <p:cond delay="indefinite"/>
                      </p:stCondLst>
                      <p:childTnLst>
                        <p:par>
                          <p:cTn id="258" fill="hold">
                            <p:stCondLst>
                              <p:cond delay="0"/>
                            </p:stCondLst>
                            <p:childTnLst>
                              <p:par>
                                <p:cTn id="259" presetID="42" presetClass="entr" fill="hold" nodeType="clickEffect">
                                  <p:stCondLst>
                                    <p:cond delay="0"/>
                                  </p:stCondLst>
                                  <p:childTnLst>
                                    <p:set>
                                      <p:cBhvr>
                                        <p:cTn id="260" dur="1" fill="hold">
                                          <p:stCondLst>
                                            <p:cond delay="0"/>
                                          </p:stCondLst>
                                        </p:cTn>
                                        <p:tgtEl>
                                          <p:spTgt spid="560"/>
                                        </p:tgtEl>
                                        <p:attrNameLst>
                                          <p:attrName>style.visibility</p:attrName>
                                        </p:attrNameLst>
                                      </p:cBhvr>
                                      <p:to>
                                        <p:strVal val="visible"/>
                                      </p:to>
                                    </p:set>
                                    <p:animEffect transition="in" filter="fade">
                                      <p:cBhvr additive="repl">
                                        <p:cTn id="261" dur="1000"/>
                                        <p:tgtEl>
                                          <p:spTgt spid="560"/>
                                        </p:tgtEl>
                                      </p:cBhvr>
                                    </p:animEffect>
                                    <p:anim calcmode="lin" valueType="num">
                                      <p:cBhvr additive="repl">
                                        <p:cTn id="262" dur="1000" fill="hold"/>
                                        <p:tgtEl>
                                          <p:spTgt spid="560"/>
                                        </p:tgtEl>
                                        <p:attrNameLst>
                                          <p:attrName>ppt_x</p:attrName>
                                        </p:attrNameLst>
                                      </p:cBhvr>
                                      <p:tavLst>
                                        <p:tav>
                                          <p:val>
                                            <p:strVal val="#ppt_x"/>
                                          </p:val>
                                        </p:tav>
                                        <p:tav tm="100000">
                                          <p:val>
                                            <p:strVal val="#ppt_x"/>
                                          </p:val>
                                        </p:tav>
                                      </p:tavLst>
                                    </p:anim>
                                    <p:anim calcmode="lin" valueType="num">
                                      <p:cBhvr additive="repl">
                                        <p:cTn id="263" dur="1000" fill="hold"/>
                                        <p:tgtEl>
                                          <p:spTgt spid="560"/>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3" name="Picture 4"/>
          <p:cNvPicPr/>
          <p:nvPr/>
        </p:nvPicPr>
        <p:blipFill>
          <a:blip r:embed="rId1"/>
          <a:srcRect l="0" t="96136" r="0" b="0"/>
          <a:stretch/>
        </p:blipFill>
        <p:spPr>
          <a:xfrm>
            <a:off x="676080" y="6472080"/>
            <a:ext cx="2142000" cy="191880"/>
          </a:xfrm>
          <a:prstGeom prst="rect">
            <a:avLst/>
          </a:prstGeom>
          <a:noFill/>
          <a:ln w="0">
            <a:noFill/>
          </a:ln>
        </p:spPr>
      </p:pic>
      <p:sp>
        <p:nvSpPr>
          <p:cNvPr id="564" name="PlaceHolder 1"/>
          <p:cNvSpPr>
            <a:spLocks noGrp="1"/>
          </p:cNvSpPr>
          <p:nvPr>
            <p:ph type="title"/>
          </p:nvPr>
        </p:nvSpPr>
        <p:spPr>
          <a:xfrm>
            <a:off x="676080" y="370440"/>
            <a:ext cx="2980440" cy="829800"/>
          </a:xfrm>
          <a:prstGeom prst="rect">
            <a:avLst/>
          </a:prstGeom>
          <a:noFill/>
          <a:ln w="0">
            <a:noFill/>
          </a:ln>
        </p:spPr>
        <p:txBody>
          <a:bodyPr lIns="91440" tIns="45720" rIns="91440" bIns="45720" anchor="t">
            <a:normAutofit/>
          </a:bodyPr>
          <a:p>
            <a:pPr indent="0" algn="l" defTabSz="457200">
              <a:lnSpc>
                <a:spcPct val="100000"/>
              </a:lnSpc>
              <a:buNone/>
              <a:tabLst>
                <a:tab pos="0" algn="l"/>
              </a:tabLst>
            </a:pPr>
            <a:r>
              <a:rPr lang="en-GB" sz="4800" b="1" u="none" strike="noStrike">
                <a:solidFill>
                  <a:schemeClr val="dk1"/>
                </a:solidFill>
                <a:effectLst/>
                <a:uFillTx/>
                <a:latin typeface="Trebuchet MS"/>
              </a:rPr>
              <a:t>RESULTS </a:t>
            </a:r>
            <a:endParaRPr lang="en-US" sz="4800" b="1" u="none" strike="noStrike">
              <a:solidFill>
                <a:schemeClr val="dk1"/>
              </a:solidFill>
              <a:effectLst/>
              <a:uFillTx/>
              <a:latin typeface="Trebuchet MS"/>
            </a:endParaRPr>
          </a:p>
        </p:txBody>
      </p:sp>
      <p:sp>
        <p:nvSpPr>
          <p:cNvPr id="565" name="Text Placeholder 30"/>
          <p:cNvSpPr/>
          <p:nvPr/>
        </p:nvSpPr>
        <p:spPr>
          <a:xfrm>
            <a:off x="321120" y="1275480"/>
            <a:ext cx="3342600" cy="6649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66" name="Text Placeholder 30"/>
          <p:cNvSpPr/>
          <p:nvPr/>
        </p:nvSpPr>
        <p:spPr>
          <a:xfrm>
            <a:off x="4345560" y="1275480"/>
            <a:ext cx="3342600" cy="6649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pic>
        <p:nvPicPr>
          <p:cNvPr id="567" name="Picture 2"/>
          <p:cNvPicPr/>
          <p:nvPr/>
        </p:nvPicPr>
        <p:blipFill>
          <a:blip r:embed="rId2"/>
          <a:stretch/>
        </p:blipFill>
        <p:spPr>
          <a:xfrm>
            <a:off x="438840" y="1200600"/>
            <a:ext cx="6773760" cy="4246200"/>
          </a:xfrm>
          <a:prstGeom prst="rect">
            <a:avLst/>
          </a:prstGeom>
          <a:noFill/>
          <a:ln w="0">
            <a:noFill/>
          </a:ln>
        </p:spPr>
      </p:pic>
      <p:sp>
        <p:nvSpPr>
          <p:cNvPr id="568" name=""/>
          <p:cNvSpPr txBox="1"/>
          <p:nvPr/>
        </p:nvSpPr>
        <p:spPr>
          <a:xfrm>
            <a:off x="794520" y="5446800"/>
            <a:ext cx="8565480" cy="1076760"/>
          </a:xfrm>
          <a:prstGeom prst="rect">
            <a:avLst/>
          </a:prstGeom>
          <a:noFill/>
          <a:ln w="0">
            <a:noFill/>
          </a:ln>
        </p:spPr>
        <p:txBody>
          <a:bodyPr lIns="90000" tIns="45000" rIns="90000" bIns="45000" anchor="t">
            <a:spAutoFit/>
          </a:bodyPr>
          <a:p>
            <a:r>
              <a:rPr lang="en-IN" sz="1500" b="1" u="none" strike="noStrike">
                <a:solidFill>
                  <a:srgbClr val="000000"/>
                </a:solidFill>
                <a:effectLst/>
                <a:uFillTx/>
                <a:latin typeface="Arial"/>
              </a:rPr>
              <a:t>Description</a:t>
            </a:r>
            <a:r>
              <a:rPr lang="en-IN" sz="1000" b="0" u="none" strike="noStrike">
                <a:solidFill>
                  <a:srgbClr val="000000"/>
                </a:solidFill>
                <a:effectLst/>
                <a:uFillTx/>
                <a:latin typeface="Arial"/>
              </a:rPr>
              <a:t> - </a:t>
            </a:r>
            <a:r>
              <a:rPr lang="en-IN" sz="1200" b="0" u="none" strike="noStrike">
                <a:solidFill>
                  <a:srgbClr val="000000"/>
                </a:solidFill>
                <a:effectLst/>
                <a:uFillTx/>
                <a:latin typeface="Arial"/>
              </a:rPr>
              <a:t>This analysis compares the average disease/pest risk across different states. The risk levels are quite similar across all states, with Madhya Pradesh showing the highest average riskand Punjab showing the lowest.</a:t>
            </a:r>
            <a:endParaRPr lang="en-IN" sz="1200" b="0" u="none" strike="noStrike">
              <a:solidFill>
                <a:srgbClr val="000000"/>
              </a:solidFill>
              <a:effectLst/>
              <a:uFillTx/>
              <a:latin typeface="Arial"/>
            </a:endParaRPr>
          </a:p>
          <a:p>
            <a:r>
              <a:rPr lang="en-IN" sz="1000" b="0" u="none" strike="noStrike">
                <a:solidFill>
                  <a:srgbClr val="000000"/>
                </a:solidFill>
                <a:effectLst/>
                <a:uFillTx/>
                <a:latin typeface="Arial"/>
              </a:rPr>
              <a:t> </a:t>
            </a:r>
            <a:endParaRPr lang="en-IN"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64" dur="indefinite" restart="never" nodeType="tmRoot">
          <p:childTnLst>
            <p:seq>
              <p:cTn id="265" dur="indefinite" nodeType="mainSeq">
                <p:childTnLst>
                  <p:par>
                    <p:cTn id="266" fill="hold">
                      <p:stCondLst>
                        <p:cond delay="indefinite"/>
                      </p:stCondLst>
                      <p:childTnLst>
                        <p:par>
                          <p:cTn id="267" fill="hold">
                            <p:stCondLst>
                              <p:cond delay="0"/>
                            </p:stCondLst>
                            <p:childTnLst>
                              <p:par>
                                <p:cTn id="268" presetID="53" presetClass="entr" fill="hold" nodeType="clickEffect" presetSubtype="16">
                                  <p:stCondLst>
                                    <p:cond delay="0"/>
                                  </p:stCondLst>
                                  <p:childTnLst>
                                    <p:set>
                                      <p:cBhvr>
                                        <p:cTn id="269" dur="1" fill="hold">
                                          <p:stCondLst>
                                            <p:cond delay="0"/>
                                          </p:stCondLst>
                                        </p:cTn>
                                        <p:tgtEl>
                                          <p:spTgt spid="564"/>
                                        </p:tgtEl>
                                        <p:attrNameLst>
                                          <p:attrName>style.visibility</p:attrName>
                                        </p:attrNameLst>
                                      </p:cBhvr>
                                      <p:to>
                                        <p:strVal val="visible"/>
                                      </p:to>
                                    </p:set>
                                    <p:anim calcmode="lin" valueType="num">
                                      <p:cBhvr additive="repl">
                                        <p:cTn id="270" dur="500" fill="hold"/>
                                        <p:tgtEl>
                                          <p:spTgt spid="564"/>
                                        </p:tgtEl>
                                        <p:attrNameLst>
                                          <p:attrName>ppt_w</p:attrName>
                                        </p:attrNameLst>
                                      </p:cBhvr>
                                      <p:tavLst>
                                        <p:tav>
                                          <p:val>
                                            <p:fltVal val="0"/>
                                          </p:val>
                                        </p:tav>
                                        <p:tav tm="100000">
                                          <p:val>
                                            <p:strVal val="#ppt_w"/>
                                          </p:val>
                                        </p:tav>
                                      </p:tavLst>
                                    </p:anim>
                                    <p:anim calcmode="lin" valueType="num">
                                      <p:cBhvr additive="repl">
                                        <p:cTn id="271" dur="500" fill="hold"/>
                                        <p:tgtEl>
                                          <p:spTgt spid="564"/>
                                        </p:tgtEl>
                                        <p:attrNameLst>
                                          <p:attrName>ppt_h</p:attrName>
                                        </p:attrNameLst>
                                      </p:cBhvr>
                                      <p:tavLst>
                                        <p:tav>
                                          <p:val>
                                            <p:fltVal val="0"/>
                                          </p:val>
                                        </p:tav>
                                        <p:tav tm="100000">
                                          <p:val>
                                            <p:strVal val="#ppt_h"/>
                                          </p:val>
                                        </p:tav>
                                      </p:tavLst>
                                    </p:anim>
                                    <p:animEffect transition="in" filter="fade">
                                      <p:cBhvr additive="repl">
                                        <p:cTn id="272" dur="500"/>
                                        <p:tgtEl>
                                          <p:spTgt spid="564"/>
                                        </p:tgtEl>
                                      </p:cBhvr>
                                    </p:animEffect>
                                  </p:childTnLst>
                                </p:cTn>
                              </p:par>
                            </p:childTnLst>
                          </p:cTn>
                        </p:par>
                      </p:childTnLst>
                    </p:cTn>
                  </p:par>
                  <p:par>
                    <p:cTn id="273" fill="hold">
                      <p:stCondLst>
                        <p:cond delay="indefinite"/>
                      </p:stCondLst>
                      <p:childTnLst>
                        <p:par>
                          <p:cTn id="274" fill="hold">
                            <p:stCondLst>
                              <p:cond delay="0"/>
                            </p:stCondLst>
                            <p:childTnLst>
                              <p:par>
                                <p:cTn id="275" presetID="42" presetClass="entr" fill="hold" nodeType="clickEffect">
                                  <p:stCondLst>
                                    <p:cond delay="0"/>
                                  </p:stCondLst>
                                  <p:childTnLst>
                                    <p:set>
                                      <p:cBhvr>
                                        <p:cTn id="276" dur="1" fill="hold">
                                          <p:stCondLst>
                                            <p:cond delay="0"/>
                                          </p:stCondLst>
                                        </p:cTn>
                                        <p:tgtEl>
                                          <p:spTgt spid="565"/>
                                        </p:tgtEl>
                                        <p:attrNameLst>
                                          <p:attrName>style.visibility</p:attrName>
                                        </p:attrNameLst>
                                      </p:cBhvr>
                                      <p:to>
                                        <p:strVal val="visible"/>
                                      </p:to>
                                    </p:set>
                                    <p:animEffect transition="in" filter="fade">
                                      <p:cBhvr additive="repl">
                                        <p:cTn id="277" dur="1000"/>
                                        <p:tgtEl>
                                          <p:spTgt spid="565"/>
                                        </p:tgtEl>
                                      </p:cBhvr>
                                    </p:animEffect>
                                    <p:anim calcmode="lin" valueType="num">
                                      <p:cBhvr additive="repl">
                                        <p:cTn id="278" dur="1000" fill="hold"/>
                                        <p:tgtEl>
                                          <p:spTgt spid="565"/>
                                        </p:tgtEl>
                                        <p:attrNameLst>
                                          <p:attrName>ppt_x</p:attrName>
                                        </p:attrNameLst>
                                      </p:cBhvr>
                                      <p:tavLst>
                                        <p:tav>
                                          <p:val>
                                            <p:strVal val="#ppt_x"/>
                                          </p:val>
                                        </p:tav>
                                        <p:tav tm="100000">
                                          <p:val>
                                            <p:strVal val="#ppt_x"/>
                                          </p:val>
                                        </p:tav>
                                      </p:tavLst>
                                    </p:anim>
                                    <p:anim calcmode="lin" valueType="num">
                                      <p:cBhvr additive="repl">
                                        <p:cTn id="279" dur="1000" fill="hold"/>
                                        <p:tgtEl>
                                          <p:spTgt spid="565"/>
                                        </p:tgtEl>
                                        <p:attrNameLst>
                                          <p:attrName>ppt_y</p:attrName>
                                        </p:attrNameLst>
                                      </p:cBhvr>
                                      <p:tavLst>
                                        <p:tav>
                                          <p:val>
                                            <p:strVal val="#ppt_y+.1"/>
                                          </p:val>
                                        </p:tav>
                                        <p:tav tm="100000">
                                          <p:val>
                                            <p:strVal val="#ppt_y"/>
                                          </p:val>
                                        </p:tav>
                                      </p:tavLst>
                                    </p:anim>
                                  </p:childTnLst>
                                </p:cTn>
                              </p:par>
                            </p:childTnLst>
                          </p:cTn>
                        </p:par>
                      </p:childTnLst>
                    </p:cTn>
                  </p:par>
                  <p:par>
                    <p:cTn id="280" fill="hold">
                      <p:stCondLst>
                        <p:cond delay="indefinite"/>
                      </p:stCondLst>
                      <p:childTnLst>
                        <p:par>
                          <p:cTn id="281" fill="hold">
                            <p:stCondLst>
                              <p:cond delay="0"/>
                            </p:stCondLst>
                            <p:childTnLst>
                              <p:par>
                                <p:cTn id="282" presetID="42" presetClass="entr" fill="hold" nodeType="clickEffect">
                                  <p:stCondLst>
                                    <p:cond delay="0"/>
                                  </p:stCondLst>
                                  <p:childTnLst>
                                    <p:set>
                                      <p:cBhvr>
                                        <p:cTn id="283" dur="1" fill="hold">
                                          <p:stCondLst>
                                            <p:cond delay="0"/>
                                          </p:stCondLst>
                                        </p:cTn>
                                        <p:tgtEl>
                                          <p:spTgt spid="566"/>
                                        </p:tgtEl>
                                        <p:attrNameLst>
                                          <p:attrName>style.visibility</p:attrName>
                                        </p:attrNameLst>
                                      </p:cBhvr>
                                      <p:to>
                                        <p:strVal val="visible"/>
                                      </p:to>
                                    </p:set>
                                    <p:animEffect transition="in" filter="fade">
                                      <p:cBhvr additive="repl">
                                        <p:cTn id="284" dur="1000"/>
                                        <p:tgtEl>
                                          <p:spTgt spid="566"/>
                                        </p:tgtEl>
                                      </p:cBhvr>
                                    </p:animEffect>
                                    <p:anim calcmode="lin" valueType="num">
                                      <p:cBhvr additive="repl">
                                        <p:cTn id="285" dur="1000" fill="hold"/>
                                        <p:tgtEl>
                                          <p:spTgt spid="566"/>
                                        </p:tgtEl>
                                        <p:attrNameLst>
                                          <p:attrName>ppt_x</p:attrName>
                                        </p:attrNameLst>
                                      </p:cBhvr>
                                      <p:tavLst>
                                        <p:tav>
                                          <p:val>
                                            <p:strVal val="#ppt_x"/>
                                          </p:val>
                                        </p:tav>
                                        <p:tav tm="100000">
                                          <p:val>
                                            <p:strVal val="#ppt_x"/>
                                          </p:val>
                                        </p:tav>
                                      </p:tavLst>
                                    </p:anim>
                                    <p:anim calcmode="lin" valueType="num">
                                      <p:cBhvr additive="repl">
                                        <p:cTn id="286" dur="1000" fill="hold"/>
                                        <p:tgtEl>
                                          <p:spTgt spid="566"/>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9" name="Picture 4"/>
          <p:cNvPicPr/>
          <p:nvPr/>
        </p:nvPicPr>
        <p:blipFill>
          <a:blip r:embed="rId1"/>
          <a:srcRect l="0" t="96136" r="0" b="0"/>
          <a:stretch/>
        </p:blipFill>
        <p:spPr>
          <a:xfrm>
            <a:off x="676080" y="6472080"/>
            <a:ext cx="2142000" cy="191880"/>
          </a:xfrm>
          <a:prstGeom prst="rect">
            <a:avLst/>
          </a:prstGeom>
          <a:noFill/>
          <a:ln w="0">
            <a:noFill/>
          </a:ln>
        </p:spPr>
      </p:pic>
      <p:sp>
        <p:nvSpPr>
          <p:cNvPr id="570" name="PlaceHolder 1"/>
          <p:cNvSpPr>
            <a:spLocks noGrp="1"/>
          </p:cNvSpPr>
          <p:nvPr>
            <p:ph type="title"/>
          </p:nvPr>
        </p:nvSpPr>
        <p:spPr>
          <a:xfrm>
            <a:off x="676080" y="370440"/>
            <a:ext cx="4734720" cy="829800"/>
          </a:xfrm>
          <a:prstGeom prst="rect">
            <a:avLst/>
          </a:prstGeom>
          <a:noFill/>
          <a:ln w="0">
            <a:noFill/>
          </a:ln>
        </p:spPr>
        <p:txBody>
          <a:bodyPr lIns="91440" tIns="45720" rIns="91440" bIns="45720" anchor="t">
            <a:normAutofit/>
          </a:bodyPr>
          <a:p>
            <a:pPr indent="0" algn="l" defTabSz="457200">
              <a:lnSpc>
                <a:spcPct val="100000"/>
              </a:lnSpc>
              <a:buNone/>
              <a:tabLst>
                <a:tab pos="0" algn="l"/>
              </a:tabLst>
            </a:pPr>
            <a:r>
              <a:rPr lang="en-IN" sz="4000" b="1" u="none" strike="noStrike">
                <a:solidFill>
                  <a:schemeClr val="dk1"/>
                </a:solidFill>
                <a:effectLst/>
                <a:uFillTx/>
                <a:latin typeface="Trebuchet MS"/>
              </a:rPr>
              <a:t>Future scope</a:t>
            </a:r>
            <a:endParaRPr lang="en-US" sz="4000" b="1" u="none" strike="noStrike">
              <a:solidFill>
                <a:schemeClr val="dk1"/>
              </a:solidFill>
              <a:effectLst/>
              <a:uFillTx/>
              <a:latin typeface="Trebuchet MS"/>
            </a:endParaRPr>
          </a:p>
        </p:txBody>
      </p:sp>
      <p:sp>
        <p:nvSpPr>
          <p:cNvPr id="571" name="Text Placeholder 30"/>
          <p:cNvSpPr/>
          <p:nvPr/>
        </p:nvSpPr>
        <p:spPr>
          <a:xfrm>
            <a:off x="321120" y="1275480"/>
            <a:ext cx="3342600" cy="6649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72" name="Text Placeholder 30"/>
          <p:cNvSpPr/>
          <p:nvPr/>
        </p:nvSpPr>
        <p:spPr>
          <a:xfrm>
            <a:off x="4345560" y="1275480"/>
            <a:ext cx="3342600" cy="6649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73" name="TextBox 1"/>
          <p:cNvSpPr/>
          <p:nvPr/>
        </p:nvSpPr>
        <p:spPr>
          <a:xfrm>
            <a:off x="676080" y="1450440"/>
            <a:ext cx="6401520" cy="3933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GB" sz="1400" b="1" u="none" strike="noStrike">
                <a:solidFill>
                  <a:schemeClr val="dk1"/>
                </a:solidFill>
                <a:effectLst/>
                <a:uFillTx/>
                <a:latin typeface="Times New Roman"/>
              </a:rPr>
              <a:t>Crop Recommendation System</a:t>
            </a:r>
            <a:r>
              <a:rPr lang="en-GB" sz="1400" b="0" u="none" strike="noStrike">
                <a:solidFill>
                  <a:schemeClr val="dk1"/>
                </a:solidFill>
                <a:effectLst/>
                <a:uFillTx/>
                <a:latin typeface="Times New Roman"/>
              </a:rPr>
              <a:t> – The analysis can be extended to recommend suitable crops based on season, soil conditions, rainfall, temperature, and expected profitability. </a:t>
            </a:r>
            <a:endParaRPr lang="en-IN" sz="1400" b="0" u="none" strike="noStrike">
              <a:solidFill>
                <a:srgbClr val="000000"/>
              </a:solidFill>
              <a:effectLst/>
              <a:uFillTx/>
              <a:latin typeface="Times New Roman"/>
            </a:endParaRPr>
          </a:p>
          <a:p>
            <a:pPr defTabSz="914400">
              <a:lnSpc>
                <a:spcPct val="100000"/>
              </a:lnSpc>
            </a:pPr>
            <a:r>
              <a:rPr lang="en-GB" sz="1400" b="1" u="none" strike="noStrike">
                <a:solidFill>
                  <a:schemeClr val="dk1"/>
                </a:solidFill>
                <a:effectLst/>
                <a:uFillTx/>
                <a:latin typeface="Times New Roman"/>
              </a:rPr>
              <a:t>Yield Prediction</a:t>
            </a:r>
            <a:r>
              <a:rPr lang="en-GB" sz="1400" b="0" u="none" strike="noStrike">
                <a:solidFill>
                  <a:schemeClr val="dk1"/>
                </a:solidFill>
                <a:effectLst/>
                <a:uFillTx/>
                <a:latin typeface="Times New Roman"/>
              </a:rPr>
              <a:t> – Machine learning models can be developed to predict crop yield using environmental conditions, fertilizer usage, irrigation, and seed quality. </a:t>
            </a:r>
            <a:endParaRPr lang="en-IN" sz="1400" b="0" u="none" strike="noStrike">
              <a:solidFill>
                <a:srgbClr val="000000"/>
              </a:solidFill>
              <a:effectLst/>
              <a:uFillTx/>
              <a:latin typeface="Times New Roman"/>
            </a:endParaRPr>
          </a:p>
          <a:p>
            <a:pPr defTabSz="914400">
              <a:lnSpc>
                <a:spcPct val="100000"/>
              </a:lnSpc>
            </a:pPr>
            <a:r>
              <a:rPr lang="en-GB" sz="1400" b="1" u="none" strike="noStrike">
                <a:solidFill>
                  <a:schemeClr val="dk1"/>
                </a:solidFill>
                <a:effectLst/>
                <a:uFillTx/>
                <a:latin typeface="Times New Roman"/>
              </a:rPr>
              <a:t>Profit Prediction</a:t>
            </a:r>
            <a:r>
              <a:rPr lang="en-GB" sz="1400" b="0" u="none" strike="noStrike">
                <a:solidFill>
                  <a:schemeClr val="dk1"/>
                </a:solidFill>
                <a:effectLst/>
                <a:uFillTx/>
                <a:latin typeface="Times New Roman"/>
              </a:rPr>
              <a:t> – Future models can predict expected revenue, cost, profit, and ROI before cultivation begins, helping farmers select more profitable crops. </a:t>
            </a:r>
            <a:endParaRPr lang="en-IN" sz="1400" b="0" u="none" strike="noStrike">
              <a:solidFill>
                <a:srgbClr val="000000"/>
              </a:solidFill>
              <a:effectLst/>
              <a:uFillTx/>
              <a:latin typeface="Times New Roman"/>
            </a:endParaRPr>
          </a:p>
          <a:p>
            <a:pPr defTabSz="914400">
              <a:lnSpc>
                <a:spcPct val="100000"/>
              </a:lnSpc>
            </a:pPr>
            <a:r>
              <a:rPr lang="en-GB" sz="1400" b="1" u="none" strike="noStrike">
                <a:solidFill>
                  <a:schemeClr val="dk1"/>
                </a:solidFill>
                <a:effectLst/>
                <a:uFillTx/>
                <a:latin typeface="Times New Roman"/>
              </a:rPr>
              <a:t>Smart Irrigation</a:t>
            </a:r>
            <a:r>
              <a:rPr lang="en-GB" sz="1400" b="0" u="none" strike="noStrike">
                <a:solidFill>
                  <a:schemeClr val="dk1"/>
                </a:solidFill>
                <a:effectLst/>
                <a:uFillTx/>
                <a:latin typeface="Times New Roman"/>
              </a:rPr>
              <a:t> – Water usage and water-efficiency analysis can be integrated with IoT sensors to provide recommendations for efficient irrigation and reduce water wastage. </a:t>
            </a:r>
            <a:endParaRPr lang="en-IN" sz="1400" b="0" u="none" strike="noStrike">
              <a:solidFill>
                <a:srgbClr val="000000"/>
              </a:solidFill>
              <a:effectLst/>
              <a:uFillTx/>
              <a:latin typeface="Times New Roman"/>
            </a:endParaRPr>
          </a:p>
          <a:p>
            <a:pPr defTabSz="914400">
              <a:lnSpc>
                <a:spcPct val="100000"/>
              </a:lnSpc>
            </a:pPr>
            <a:r>
              <a:rPr lang="en-GB" sz="1400" b="1" u="none" strike="noStrike">
                <a:solidFill>
                  <a:schemeClr val="dk1"/>
                </a:solidFill>
                <a:effectLst/>
                <a:uFillTx/>
                <a:latin typeface="Times New Roman"/>
              </a:rPr>
              <a:t>Disease and Pest Prediction</a:t>
            </a:r>
            <a:r>
              <a:rPr lang="en-GB" sz="1400" b="0" u="none" strike="noStrike">
                <a:solidFill>
                  <a:schemeClr val="dk1"/>
                </a:solidFill>
                <a:effectLst/>
                <a:uFillTx/>
                <a:latin typeface="Times New Roman"/>
              </a:rPr>
              <a:t> – Disease/pest risk data can be combined with weather and crop information to predict potential risks and support early preventive actions. </a:t>
            </a:r>
            <a:endParaRPr lang="en-IN" sz="1400" b="0" u="none" strike="noStrike">
              <a:solidFill>
                <a:srgbClr val="000000"/>
              </a:solidFill>
              <a:effectLst/>
              <a:uFillTx/>
              <a:latin typeface="Times New Roman"/>
            </a:endParaRPr>
          </a:p>
          <a:p>
            <a:pPr defTabSz="914400">
              <a:lnSpc>
                <a:spcPct val="100000"/>
              </a:lnSpc>
            </a:pPr>
            <a:r>
              <a:rPr lang="en-GB" sz="1400" b="1" u="none" strike="noStrike">
                <a:solidFill>
                  <a:schemeClr val="dk1"/>
                </a:solidFill>
                <a:effectLst/>
                <a:uFillTx/>
                <a:latin typeface="Times New Roman"/>
              </a:rPr>
              <a:t>Real-Time Agricultural Dashboard</a:t>
            </a:r>
            <a:r>
              <a:rPr lang="en-GB" sz="1400" b="0" u="none" strike="noStrike">
                <a:solidFill>
                  <a:schemeClr val="dk1"/>
                </a:solidFill>
                <a:effectLst/>
                <a:uFillTx/>
                <a:latin typeface="Times New Roman"/>
              </a:rPr>
              <a:t> – The project can be converted into an interactive dashboard showing seasonal, crop-wise, state-wise, financial, water, and risk performance. </a:t>
            </a:r>
            <a:endParaRPr lang="en-IN" sz="1400" b="0" u="none" strike="noStrike">
              <a:solidFill>
                <a:srgbClr val="000000"/>
              </a:solidFill>
              <a:effectLst/>
              <a:uFillTx/>
              <a:latin typeface="Times New Roman"/>
            </a:endParaRPr>
          </a:p>
          <a:p>
            <a:pPr defTabSz="914400">
              <a:lnSpc>
                <a:spcPct val="100000"/>
              </a:lnSpc>
            </a:pPr>
            <a:r>
              <a:rPr lang="en-GB" sz="1400" b="1" u="none" strike="noStrike">
                <a:solidFill>
                  <a:schemeClr val="dk1"/>
                </a:solidFill>
                <a:effectLst/>
                <a:uFillTx/>
                <a:latin typeface="Times New Roman"/>
              </a:rPr>
              <a:t>Real-Time Data Integration</a:t>
            </a:r>
            <a:r>
              <a:rPr lang="en-GB" sz="1400" b="0" u="none" strike="noStrike">
                <a:solidFill>
                  <a:schemeClr val="dk1"/>
                </a:solidFill>
                <a:effectLst/>
                <a:uFillTx/>
                <a:latin typeface="Times New Roman"/>
              </a:rPr>
              <a:t> – Weather forecasts, market prices, soil sensors, and satellite data could be incorporated to make the analysis more dynamic and useful for real-world farming.</a:t>
            </a:r>
            <a:endParaRPr lang="en-IN" sz="1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287" dur="indefinite" restart="never" nodeType="tmRoot">
          <p:childTnLst>
            <p:seq>
              <p:cTn id="288" dur="indefinite" nodeType="mainSeq">
                <p:childTnLst>
                  <p:par>
                    <p:cTn id="289" fill="hold">
                      <p:stCondLst>
                        <p:cond delay="indefinite"/>
                      </p:stCondLst>
                      <p:childTnLst>
                        <p:par>
                          <p:cTn id="290" fill="hold">
                            <p:stCondLst>
                              <p:cond delay="0"/>
                            </p:stCondLst>
                            <p:childTnLst>
                              <p:par>
                                <p:cTn id="291" presetID="53" presetClass="entr" fill="hold" nodeType="clickEffect" presetSubtype="16">
                                  <p:stCondLst>
                                    <p:cond delay="0"/>
                                  </p:stCondLst>
                                  <p:childTnLst>
                                    <p:set>
                                      <p:cBhvr>
                                        <p:cTn id="292" dur="1" fill="hold">
                                          <p:stCondLst>
                                            <p:cond delay="0"/>
                                          </p:stCondLst>
                                        </p:cTn>
                                        <p:tgtEl>
                                          <p:spTgt spid="570"/>
                                        </p:tgtEl>
                                        <p:attrNameLst>
                                          <p:attrName>style.visibility</p:attrName>
                                        </p:attrNameLst>
                                      </p:cBhvr>
                                      <p:to>
                                        <p:strVal val="visible"/>
                                      </p:to>
                                    </p:set>
                                    <p:anim calcmode="lin" valueType="num">
                                      <p:cBhvr additive="repl">
                                        <p:cTn id="293" dur="500" fill="hold"/>
                                        <p:tgtEl>
                                          <p:spTgt spid="570"/>
                                        </p:tgtEl>
                                        <p:attrNameLst>
                                          <p:attrName>ppt_w</p:attrName>
                                        </p:attrNameLst>
                                      </p:cBhvr>
                                      <p:tavLst>
                                        <p:tav>
                                          <p:val>
                                            <p:fltVal val="0"/>
                                          </p:val>
                                        </p:tav>
                                        <p:tav tm="100000">
                                          <p:val>
                                            <p:strVal val="#ppt_w"/>
                                          </p:val>
                                        </p:tav>
                                      </p:tavLst>
                                    </p:anim>
                                    <p:anim calcmode="lin" valueType="num">
                                      <p:cBhvr additive="repl">
                                        <p:cTn id="294" dur="500" fill="hold"/>
                                        <p:tgtEl>
                                          <p:spTgt spid="570"/>
                                        </p:tgtEl>
                                        <p:attrNameLst>
                                          <p:attrName>ppt_h</p:attrName>
                                        </p:attrNameLst>
                                      </p:cBhvr>
                                      <p:tavLst>
                                        <p:tav>
                                          <p:val>
                                            <p:fltVal val="0"/>
                                          </p:val>
                                        </p:tav>
                                        <p:tav tm="100000">
                                          <p:val>
                                            <p:strVal val="#ppt_h"/>
                                          </p:val>
                                        </p:tav>
                                      </p:tavLst>
                                    </p:anim>
                                    <p:animEffect transition="in" filter="fade">
                                      <p:cBhvr additive="repl">
                                        <p:cTn id="295" dur="500"/>
                                        <p:tgtEl>
                                          <p:spTgt spid="570"/>
                                        </p:tgtEl>
                                      </p:cBhvr>
                                    </p:animEffect>
                                  </p:childTnLst>
                                </p:cTn>
                              </p:par>
                            </p:childTnLst>
                          </p:cTn>
                        </p:par>
                      </p:childTnLst>
                    </p:cTn>
                  </p:par>
                  <p:par>
                    <p:cTn id="296" fill="hold">
                      <p:stCondLst>
                        <p:cond delay="indefinite"/>
                      </p:stCondLst>
                      <p:childTnLst>
                        <p:par>
                          <p:cTn id="297" fill="hold">
                            <p:stCondLst>
                              <p:cond delay="0"/>
                            </p:stCondLst>
                            <p:childTnLst>
                              <p:par>
                                <p:cTn id="298" presetID="42" presetClass="entr" fill="hold" nodeType="clickEffect">
                                  <p:stCondLst>
                                    <p:cond delay="0"/>
                                  </p:stCondLst>
                                  <p:childTnLst>
                                    <p:set>
                                      <p:cBhvr>
                                        <p:cTn id="299" dur="1" fill="hold">
                                          <p:stCondLst>
                                            <p:cond delay="0"/>
                                          </p:stCondLst>
                                        </p:cTn>
                                        <p:tgtEl>
                                          <p:spTgt spid="571"/>
                                        </p:tgtEl>
                                        <p:attrNameLst>
                                          <p:attrName>style.visibility</p:attrName>
                                        </p:attrNameLst>
                                      </p:cBhvr>
                                      <p:to>
                                        <p:strVal val="visible"/>
                                      </p:to>
                                    </p:set>
                                    <p:animEffect transition="in" filter="fade">
                                      <p:cBhvr additive="repl">
                                        <p:cTn id="300" dur="1000"/>
                                        <p:tgtEl>
                                          <p:spTgt spid="571"/>
                                        </p:tgtEl>
                                      </p:cBhvr>
                                    </p:animEffect>
                                    <p:anim calcmode="lin" valueType="num">
                                      <p:cBhvr additive="repl">
                                        <p:cTn id="301" dur="1000" fill="hold"/>
                                        <p:tgtEl>
                                          <p:spTgt spid="571"/>
                                        </p:tgtEl>
                                        <p:attrNameLst>
                                          <p:attrName>ppt_x</p:attrName>
                                        </p:attrNameLst>
                                      </p:cBhvr>
                                      <p:tavLst>
                                        <p:tav>
                                          <p:val>
                                            <p:strVal val="#ppt_x"/>
                                          </p:val>
                                        </p:tav>
                                        <p:tav tm="100000">
                                          <p:val>
                                            <p:strVal val="#ppt_x"/>
                                          </p:val>
                                        </p:tav>
                                      </p:tavLst>
                                    </p:anim>
                                    <p:anim calcmode="lin" valueType="num">
                                      <p:cBhvr additive="repl">
                                        <p:cTn id="302" dur="1000" fill="hold"/>
                                        <p:tgtEl>
                                          <p:spTgt spid="571"/>
                                        </p:tgtEl>
                                        <p:attrNameLst>
                                          <p:attrName>ppt_y</p:attrName>
                                        </p:attrNameLst>
                                      </p:cBhvr>
                                      <p:tavLst>
                                        <p:tav>
                                          <p:val>
                                            <p:strVal val="#ppt_y+.1"/>
                                          </p:val>
                                        </p:tav>
                                        <p:tav tm="100000">
                                          <p:val>
                                            <p:strVal val="#ppt_y"/>
                                          </p:val>
                                        </p:tav>
                                      </p:tavLst>
                                    </p:anim>
                                  </p:childTnLst>
                                </p:cTn>
                              </p:par>
                            </p:childTnLst>
                          </p:cTn>
                        </p:par>
                      </p:childTnLst>
                    </p:cTn>
                  </p:par>
                  <p:par>
                    <p:cTn id="303" fill="hold">
                      <p:stCondLst>
                        <p:cond delay="indefinite"/>
                      </p:stCondLst>
                      <p:childTnLst>
                        <p:par>
                          <p:cTn id="304" fill="hold">
                            <p:stCondLst>
                              <p:cond delay="0"/>
                            </p:stCondLst>
                            <p:childTnLst>
                              <p:par>
                                <p:cTn id="305" presetID="42" presetClass="entr" fill="hold" nodeType="clickEffect">
                                  <p:stCondLst>
                                    <p:cond delay="0"/>
                                  </p:stCondLst>
                                  <p:childTnLst>
                                    <p:set>
                                      <p:cBhvr>
                                        <p:cTn id="306" dur="1" fill="hold">
                                          <p:stCondLst>
                                            <p:cond delay="0"/>
                                          </p:stCondLst>
                                        </p:cTn>
                                        <p:tgtEl>
                                          <p:spTgt spid="572"/>
                                        </p:tgtEl>
                                        <p:attrNameLst>
                                          <p:attrName>style.visibility</p:attrName>
                                        </p:attrNameLst>
                                      </p:cBhvr>
                                      <p:to>
                                        <p:strVal val="visible"/>
                                      </p:to>
                                    </p:set>
                                    <p:animEffect transition="in" filter="fade">
                                      <p:cBhvr additive="repl">
                                        <p:cTn id="307" dur="1000"/>
                                        <p:tgtEl>
                                          <p:spTgt spid="572"/>
                                        </p:tgtEl>
                                      </p:cBhvr>
                                    </p:animEffect>
                                    <p:anim calcmode="lin" valueType="num">
                                      <p:cBhvr additive="repl">
                                        <p:cTn id="308" dur="1000" fill="hold"/>
                                        <p:tgtEl>
                                          <p:spTgt spid="572"/>
                                        </p:tgtEl>
                                        <p:attrNameLst>
                                          <p:attrName>ppt_x</p:attrName>
                                        </p:attrNameLst>
                                      </p:cBhvr>
                                      <p:tavLst>
                                        <p:tav>
                                          <p:val>
                                            <p:strVal val="#ppt_x"/>
                                          </p:val>
                                        </p:tav>
                                        <p:tav tm="100000">
                                          <p:val>
                                            <p:strVal val="#ppt_x"/>
                                          </p:val>
                                        </p:tav>
                                      </p:tavLst>
                                    </p:anim>
                                    <p:anim calcmode="lin" valueType="num">
                                      <p:cBhvr additive="repl">
                                        <p:cTn id="309" dur="1000" fill="hold"/>
                                        <p:tgtEl>
                                          <p:spTgt spid="572"/>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4" name="Picture 4"/>
          <p:cNvPicPr/>
          <p:nvPr/>
        </p:nvPicPr>
        <p:blipFill>
          <a:blip r:embed="rId1"/>
          <a:srcRect l="0" t="96136" r="0" b="0"/>
          <a:stretch/>
        </p:blipFill>
        <p:spPr>
          <a:xfrm>
            <a:off x="676080" y="6472080"/>
            <a:ext cx="2142000" cy="191880"/>
          </a:xfrm>
          <a:prstGeom prst="rect">
            <a:avLst/>
          </a:prstGeom>
          <a:noFill/>
          <a:ln w="0">
            <a:noFill/>
          </a:ln>
        </p:spPr>
      </p:pic>
      <p:sp>
        <p:nvSpPr>
          <p:cNvPr id="575" name="PlaceHolder 1"/>
          <p:cNvSpPr>
            <a:spLocks noGrp="1"/>
          </p:cNvSpPr>
          <p:nvPr>
            <p:ph type="title"/>
          </p:nvPr>
        </p:nvSpPr>
        <p:spPr>
          <a:xfrm>
            <a:off x="676080" y="370440"/>
            <a:ext cx="4734720" cy="829800"/>
          </a:xfrm>
          <a:prstGeom prst="rect">
            <a:avLst/>
          </a:prstGeom>
          <a:noFill/>
          <a:ln w="0">
            <a:noFill/>
          </a:ln>
        </p:spPr>
        <p:txBody>
          <a:bodyPr lIns="91440" tIns="45720" rIns="91440" bIns="45720" anchor="t">
            <a:normAutofit/>
          </a:bodyPr>
          <a:p>
            <a:pPr indent="0" algn="l" defTabSz="457200">
              <a:lnSpc>
                <a:spcPct val="100000"/>
              </a:lnSpc>
              <a:buNone/>
              <a:tabLst>
                <a:tab pos="0" algn="l"/>
              </a:tabLst>
            </a:pPr>
            <a:r>
              <a:rPr lang="en-IN" sz="4000" b="1" u="none" strike="noStrike">
                <a:solidFill>
                  <a:schemeClr val="dk1"/>
                </a:solidFill>
                <a:effectLst/>
                <a:uFillTx/>
                <a:latin typeface="Trebuchet MS"/>
              </a:rPr>
              <a:t>GitHub Link</a:t>
            </a:r>
            <a:endParaRPr lang="en-US" sz="4000" b="1" u="none" strike="noStrike">
              <a:solidFill>
                <a:schemeClr val="dk1"/>
              </a:solidFill>
              <a:effectLst/>
              <a:uFillTx/>
              <a:latin typeface="Trebuchet MS"/>
            </a:endParaRPr>
          </a:p>
        </p:txBody>
      </p:sp>
      <p:sp>
        <p:nvSpPr>
          <p:cNvPr id="576" name="Text Placeholder 30"/>
          <p:cNvSpPr/>
          <p:nvPr/>
        </p:nvSpPr>
        <p:spPr>
          <a:xfrm>
            <a:off x="321120" y="1275480"/>
            <a:ext cx="3342600" cy="6649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77" name="Text Placeholder 30"/>
          <p:cNvSpPr/>
          <p:nvPr/>
        </p:nvSpPr>
        <p:spPr>
          <a:xfrm>
            <a:off x="4345560" y="1275480"/>
            <a:ext cx="3342600" cy="6649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78" name=""/>
          <p:cNvSpPr txBox="1"/>
          <p:nvPr/>
        </p:nvSpPr>
        <p:spPr>
          <a:xfrm>
            <a:off x="540000" y="1275480"/>
            <a:ext cx="8007480" cy="346320"/>
          </a:xfrm>
          <a:prstGeom prst="rect">
            <a:avLst/>
          </a:prstGeom>
          <a:noFill/>
          <a:ln w="0">
            <a:noFill/>
          </a:ln>
        </p:spPr>
        <p:txBody>
          <a:bodyPr wrap="none" lIns="90000" tIns="45000" rIns="90000" bIns="45000" anchor="t">
            <a:spAutoFit/>
          </a:bodyPr>
          <a:p>
            <a:r>
              <a:rPr lang="en-IN" sz="1800" b="0" u="none" strike="noStrike">
                <a:solidFill>
                  <a:srgbClr val="2A6099"/>
                </a:solidFill>
                <a:effectLst/>
                <a:uFillTx/>
                <a:latin typeface="Arial"/>
                <a:hlinkClick r:id="rId2"/>
              </a:rPr>
              <a:t>https://github.com/OmJoshi02/Seasonal-Agriculture-Performance-Analysis.git</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310" dur="indefinite" restart="never" nodeType="tmRoot">
          <p:childTnLst>
            <p:seq>
              <p:cTn id="311" dur="indefinite" nodeType="mainSeq">
                <p:childTnLst>
                  <p:par>
                    <p:cTn id="312" fill="hold">
                      <p:stCondLst>
                        <p:cond delay="indefinite"/>
                      </p:stCondLst>
                      <p:childTnLst>
                        <p:par>
                          <p:cTn id="313" fill="hold">
                            <p:stCondLst>
                              <p:cond delay="0"/>
                            </p:stCondLst>
                            <p:childTnLst>
                              <p:par>
                                <p:cTn id="314" presetID="53" presetClass="entr" fill="hold" nodeType="clickEffect" presetSubtype="16">
                                  <p:stCondLst>
                                    <p:cond delay="0"/>
                                  </p:stCondLst>
                                  <p:childTnLst>
                                    <p:set>
                                      <p:cBhvr>
                                        <p:cTn id="315" dur="1" fill="hold">
                                          <p:stCondLst>
                                            <p:cond delay="0"/>
                                          </p:stCondLst>
                                        </p:cTn>
                                        <p:tgtEl>
                                          <p:spTgt spid="575"/>
                                        </p:tgtEl>
                                        <p:attrNameLst>
                                          <p:attrName>style.visibility</p:attrName>
                                        </p:attrNameLst>
                                      </p:cBhvr>
                                      <p:to>
                                        <p:strVal val="visible"/>
                                      </p:to>
                                    </p:set>
                                    <p:anim calcmode="lin" valueType="num">
                                      <p:cBhvr additive="repl">
                                        <p:cTn id="316" dur="500" fill="hold"/>
                                        <p:tgtEl>
                                          <p:spTgt spid="575"/>
                                        </p:tgtEl>
                                        <p:attrNameLst>
                                          <p:attrName>ppt_w</p:attrName>
                                        </p:attrNameLst>
                                      </p:cBhvr>
                                      <p:tavLst>
                                        <p:tav>
                                          <p:val>
                                            <p:fltVal val="0"/>
                                          </p:val>
                                        </p:tav>
                                        <p:tav tm="100000">
                                          <p:val>
                                            <p:strVal val="#ppt_w"/>
                                          </p:val>
                                        </p:tav>
                                      </p:tavLst>
                                    </p:anim>
                                    <p:anim calcmode="lin" valueType="num">
                                      <p:cBhvr additive="repl">
                                        <p:cTn id="317" dur="500" fill="hold"/>
                                        <p:tgtEl>
                                          <p:spTgt spid="575"/>
                                        </p:tgtEl>
                                        <p:attrNameLst>
                                          <p:attrName>ppt_h</p:attrName>
                                        </p:attrNameLst>
                                      </p:cBhvr>
                                      <p:tavLst>
                                        <p:tav>
                                          <p:val>
                                            <p:fltVal val="0"/>
                                          </p:val>
                                        </p:tav>
                                        <p:tav tm="100000">
                                          <p:val>
                                            <p:strVal val="#ppt_h"/>
                                          </p:val>
                                        </p:tav>
                                      </p:tavLst>
                                    </p:anim>
                                    <p:animEffect transition="in" filter="fade">
                                      <p:cBhvr additive="repl">
                                        <p:cTn id="318" dur="500"/>
                                        <p:tgtEl>
                                          <p:spTgt spid="575"/>
                                        </p:tgtEl>
                                      </p:cBhvr>
                                    </p:animEffect>
                                  </p:childTnLst>
                                </p:cTn>
                              </p:par>
                            </p:childTnLst>
                          </p:cTn>
                        </p:par>
                      </p:childTnLst>
                    </p:cTn>
                  </p:par>
                  <p:par>
                    <p:cTn id="319" fill="hold">
                      <p:stCondLst>
                        <p:cond delay="indefinite"/>
                      </p:stCondLst>
                      <p:childTnLst>
                        <p:par>
                          <p:cTn id="320" fill="hold">
                            <p:stCondLst>
                              <p:cond delay="0"/>
                            </p:stCondLst>
                            <p:childTnLst>
                              <p:par>
                                <p:cTn id="321" presetID="42" presetClass="entr" fill="hold" nodeType="clickEffect">
                                  <p:stCondLst>
                                    <p:cond delay="0"/>
                                  </p:stCondLst>
                                  <p:childTnLst>
                                    <p:set>
                                      <p:cBhvr>
                                        <p:cTn id="322" dur="1" fill="hold">
                                          <p:stCondLst>
                                            <p:cond delay="0"/>
                                          </p:stCondLst>
                                        </p:cTn>
                                        <p:tgtEl>
                                          <p:spTgt spid="576"/>
                                        </p:tgtEl>
                                        <p:attrNameLst>
                                          <p:attrName>style.visibility</p:attrName>
                                        </p:attrNameLst>
                                      </p:cBhvr>
                                      <p:to>
                                        <p:strVal val="visible"/>
                                      </p:to>
                                    </p:set>
                                    <p:animEffect transition="in" filter="fade">
                                      <p:cBhvr additive="repl">
                                        <p:cTn id="323" dur="1000"/>
                                        <p:tgtEl>
                                          <p:spTgt spid="576"/>
                                        </p:tgtEl>
                                      </p:cBhvr>
                                    </p:animEffect>
                                    <p:anim calcmode="lin" valueType="num">
                                      <p:cBhvr additive="repl">
                                        <p:cTn id="324" dur="1000" fill="hold"/>
                                        <p:tgtEl>
                                          <p:spTgt spid="576"/>
                                        </p:tgtEl>
                                        <p:attrNameLst>
                                          <p:attrName>ppt_x</p:attrName>
                                        </p:attrNameLst>
                                      </p:cBhvr>
                                      <p:tavLst>
                                        <p:tav>
                                          <p:val>
                                            <p:strVal val="#ppt_x"/>
                                          </p:val>
                                        </p:tav>
                                        <p:tav tm="100000">
                                          <p:val>
                                            <p:strVal val="#ppt_x"/>
                                          </p:val>
                                        </p:tav>
                                      </p:tavLst>
                                    </p:anim>
                                    <p:anim calcmode="lin" valueType="num">
                                      <p:cBhvr additive="repl">
                                        <p:cTn id="325" dur="1000" fill="hold"/>
                                        <p:tgtEl>
                                          <p:spTgt spid="576"/>
                                        </p:tgtEl>
                                        <p:attrNameLst>
                                          <p:attrName>ppt_y</p:attrName>
                                        </p:attrNameLst>
                                      </p:cBhvr>
                                      <p:tavLst>
                                        <p:tav>
                                          <p:val>
                                            <p:strVal val="#ppt_y+.1"/>
                                          </p:val>
                                        </p:tav>
                                        <p:tav tm="100000">
                                          <p:val>
                                            <p:strVal val="#ppt_y"/>
                                          </p:val>
                                        </p:tav>
                                      </p:tavLst>
                                    </p:anim>
                                  </p:childTnLst>
                                </p:cTn>
                              </p:par>
                            </p:childTnLst>
                          </p:cTn>
                        </p:par>
                      </p:childTnLst>
                    </p:cTn>
                  </p:par>
                  <p:par>
                    <p:cTn id="326" fill="hold">
                      <p:stCondLst>
                        <p:cond delay="indefinite"/>
                      </p:stCondLst>
                      <p:childTnLst>
                        <p:par>
                          <p:cTn id="327" fill="hold">
                            <p:stCondLst>
                              <p:cond delay="0"/>
                            </p:stCondLst>
                            <p:childTnLst>
                              <p:par>
                                <p:cTn id="328" presetID="42" presetClass="entr" fill="hold" nodeType="clickEffect">
                                  <p:stCondLst>
                                    <p:cond delay="0"/>
                                  </p:stCondLst>
                                  <p:childTnLst>
                                    <p:set>
                                      <p:cBhvr>
                                        <p:cTn id="329" dur="1" fill="hold">
                                          <p:stCondLst>
                                            <p:cond delay="0"/>
                                          </p:stCondLst>
                                        </p:cTn>
                                        <p:tgtEl>
                                          <p:spTgt spid="577"/>
                                        </p:tgtEl>
                                        <p:attrNameLst>
                                          <p:attrName>style.visibility</p:attrName>
                                        </p:attrNameLst>
                                      </p:cBhvr>
                                      <p:to>
                                        <p:strVal val="visible"/>
                                      </p:to>
                                    </p:set>
                                    <p:animEffect transition="in" filter="fade">
                                      <p:cBhvr additive="repl">
                                        <p:cTn id="330" dur="1000"/>
                                        <p:tgtEl>
                                          <p:spTgt spid="577"/>
                                        </p:tgtEl>
                                      </p:cBhvr>
                                    </p:animEffect>
                                    <p:anim calcmode="lin" valueType="num">
                                      <p:cBhvr additive="repl">
                                        <p:cTn id="331" dur="1000" fill="hold"/>
                                        <p:tgtEl>
                                          <p:spTgt spid="577"/>
                                        </p:tgtEl>
                                        <p:attrNameLst>
                                          <p:attrName>ppt_x</p:attrName>
                                        </p:attrNameLst>
                                      </p:cBhvr>
                                      <p:tavLst>
                                        <p:tav>
                                          <p:val>
                                            <p:strVal val="#ppt_x"/>
                                          </p:val>
                                        </p:tav>
                                        <p:tav tm="100000">
                                          <p:val>
                                            <p:strVal val="#ppt_x"/>
                                          </p:val>
                                        </p:tav>
                                      </p:tavLst>
                                    </p:anim>
                                    <p:anim calcmode="lin" valueType="num">
                                      <p:cBhvr additive="repl">
                                        <p:cTn id="332" dur="1000" fill="hold"/>
                                        <p:tgtEl>
                                          <p:spTgt spid="577"/>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9" name="Picture 4"/>
          <p:cNvPicPr/>
          <p:nvPr/>
        </p:nvPicPr>
        <p:blipFill>
          <a:blip r:embed="rId1"/>
          <a:srcRect l="0" t="96136" r="0" b="0"/>
          <a:stretch/>
        </p:blipFill>
        <p:spPr>
          <a:xfrm>
            <a:off x="676080" y="6472080"/>
            <a:ext cx="2142000" cy="191880"/>
          </a:xfrm>
          <a:prstGeom prst="rect">
            <a:avLst/>
          </a:prstGeom>
          <a:noFill/>
          <a:ln w="0">
            <a:noFill/>
          </a:ln>
        </p:spPr>
      </p:pic>
      <p:sp>
        <p:nvSpPr>
          <p:cNvPr id="580" name="PlaceHolder 1"/>
          <p:cNvSpPr>
            <a:spLocks noGrp="1"/>
          </p:cNvSpPr>
          <p:nvPr>
            <p:ph type="title"/>
          </p:nvPr>
        </p:nvSpPr>
        <p:spPr>
          <a:xfrm>
            <a:off x="676080" y="370440"/>
            <a:ext cx="8350200" cy="883440"/>
          </a:xfrm>
          <a:prstGeom prst="rect">
            <a:avLst/>
          </a:prstGeom>
          <a:noFill/>
          <a:ln w="0">
            <a:noFill/>
          </a:ln>
        </p:spPr>
        <p:txBody>
          <a:bodyPr lIns="91440" tIns="45720" rIns="91440" bIns="45720" anchor="t">
            <a:normAutofit fontScale="85000" lnSpcReduction="9999"/>
          </a:bodyPr>
          <a:p>
            <a:pPr indent="0" algn="l" defTabSz="457200">
              <a:lnSpc>
                <a:spcPct val="100000"/>
              </a:lnSpc>
              <a:buNone/>
              <a:tabLst>
                <a:tab pos="0" algn="l"/>
              </a:tabLst>
            </a:pPr>
            <a:r>
              <a:rPr lang="en-IN" sz="3200" b="1" u="none" strike="noStrike">
                <a:solidFill>
                  <a:schemeClr val="dk1"/>
                </a:solidFill>
                <a:effectLst/>
                <a:uFillTx/>
                <a:latin typeface="Trebuchet MS"/>
              </a:rPr>
              <a:t>VOIS Course completion certificate - </a:t>
            </a:r>
            <a:br>
              <a:rPr sz="3200"/>
            </a:br>
            <a:r>
              <a:rPr lang="en-IN" sz="3200" b="1" u="none" strike="noStrike">
                <a:solidFill>
                  <a:schemeClr val="dk1"/>
                </a:solidFill>
                <a:effectLst/>
                <a:uFillTx/>
                <a:latin typeface="Trebuchet MS"/>
              </a:rPr>
              <a:t>Course name- Data Visualization </a:t>
            </a:r>
            <a:endParaRPr lang="en-US" sz="3200" b="1" u="none" strike="noStrike">
              <a:solidFill>
                <a:schemeClr val="dk1"/>
              </a:solidFill>
              <a:effectLst/>
              <a:uFillTx/>
              <a:latin typeface="Trebuchet MS"/>
            </a:endParaRPr>
          </a:p>
        </p:txBody>
      </p:sp>
      <p:sp>
        <p:nvSpPr>
          <p:cNvPr id="581" name="Text Placeholder 30"/>
          <p:cNvSpPr/>
          <p:nvPr/>
        </p:nvSpPr>
        <p:spPr>
          <a:xfrm>
            <a:off x="321120" y="1275480"/>
            <a:ext cx="3342600" cy="6649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82" name="Text Placeholder 30"/>
          <p:cNvSpPr/>
          <p:nvPr/>
        </p:nvSpPr>
        <p:spPr>
          <a:xfrm>
            <a:off x="4345560" y="1275480"/>
            <a:ext cx="3342600" cy="6649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pic>
        <p:nvPicPr>
          <p:cNvPr id="583" name="Picture 3"/>
          <p:cNvPicPr/>
          <p:nvPr/>
        </p:nvPicPr>
        <p:blipFill>
          <a:blip r:embed="rId2"/>
          <a:stretch/>
        </p:blipFill>
        <p:spPr>
          <a:xfrm>
            <a:off x="892440" y="1493280"/>
            <a:ext cx="6905880" cy="4871520"/>
          </a:xfrm>
          <a:prstGeom prst="rect">
            <a:avLst/>
          </a:prstGeom>
          <a:noFill/>
          <a:ln w="0">
            <a:noFill/>
          </a:ln>
        </p:spPr>
      </p:pic>
    </p:spTree>
  </p:cSld>
  <mc:AlternateContent>
    <mc:Choice Requires="p14">
      <p:transition spd="slow" p14:dur="2000"/>
    </mc:Choice>
    <mc:Fallback>
      <p:transition spd="slow"/>
    </mc:Fallback>
  </mc:AlternateContent>
  <p:timing>
    <p:tnLst>
      <p:par>
        <p:cTn id="333" dur="indefinite" restart="never" nodeType="tmRoot">
          <p:childTnLst>
            <p:seq>
              <p:cTn id="334" dur="indefinite" nodeType="mainSeq">
                <p:childTnLst>
                  <p:par>
                    <p:cTn id="335" fill="hold">
                      <p:stCondLst>
                        <p:cond delay="indefinite"/>
                      </p:stCondLst>
                      <p:childTnLst>
                        <p:par>
                          <p:cTn id="336" fill="hold">
                            <p:stCondLst>
                              <p:cond delay="0"/>
                            </p:stCondLst>
                            <p:childTnLst>
                              <p:par>
                                <p:cTn id="337" presetID="53" presetClass="entr" fill="hold" nodeType="clickEffect" presetSubtype="16">
                                  <p:stCondLst>
                                    <p:cond delay="0"/>
                                  </p:stCondLst>
                                  <p:childTnLst>
                                    <p:set>
                                      <p:cBhvr>
                                        <p:cTn id="338" dur="1" fill="hold">
                                          <p:stCondLst>
                                            <p:cond delay="0"/>
                                          </p:stCondLst>
                                        </p:cTn>
                                        <p:tgtEl>
                                          <p:spTgt spid="580"/>
                                        </p:tgtEl>
                                        <p:attrNameLst>
                                          <p:attrName>style.visibility</p:attrName>
                                        </p:attrNameLst>
                                      </p:cBhvr>
                                      <p:to>
                                        <p:strVal val="visible"/>
                                      </p:to>
                                    </p:set>
                                    <p:anim calcmode="lin" valueType="num">
                                      <p:cBhvr additive="repl">
                                        <p:cTn id="339" dur="500" fill="hold"/>
                                        <p:tgtEl>
                                          <p:spTgt spid="580"/>
                                        </p:tgtEl>
                                        <p:attrNameLst>
                                          <p:attrName>ppt_w</p:attrName>
                                        </p:attrNameLst>
                                      </p:cBhvr>
                                      <p:tavLst>
                                        <p:tav>
                                          <p:val>
                                            <p:fltVal val="0"/>
                                          </p:val>
                                        </p:tav>
                                        <p:tav tm="100000">
                                          <p:val>
                                            <p:strVal val="#ppt_w"/>
                                          </p:val>
                                        </p:tav>
                                      </p:tavLst>
                                    </p:anim>
                                    <p:anim calcmode="lin" valueType="num">
                                      <p:cBhvr additive="repl">
                                        <p:cTn id="340" dur="500" fill="hold"/>
                                        <p:tgtEl>
                                          <p:spTgt spid="580"/>
                                        </p:tgtEl>
                                        <p:attrNameLst>
                                          <p:attrName>ppt_h</p:attrName>
                                        </p:attrNameLst>
                                      </p:cBhvr>
                                      <p:tavLst>
                                        <p:tav>
                                          <p:val>
                                            <p:fltVal val="0"/>
                                          </p:val>
                                        </p:tav>
                                        <p:tav tm="100000">
                                          <p:val>
                                            <p:strVal val="#ppt_h"/>
                                          </p:val>
                                        </p:tav>
                                      </p:tavLst>
                                    </p:anim>
                                    <p:animEffect transition="in" filter="fade">
                                      <p:cBhvr additive="repl">
                                        <p:cTn id="341" dur="500"/>
                                        <p:tgtEl>
                                          <p:spTgt spid="580"/>
                                        </p:tgtEl>
                                      </p:cBhvr>
                                    </p:animEffect>
                                  </p:childTnLst>
                                </p:cTn>
                              </p:par>
                            </p:childTnLst>
                          </p:cTn>
                        </p:par>
                      </p:childTnLst>
                    </p:cTn>
                  </p:par>
                  <p:par>
                    <p:cTn id="342" fill="hold">
                      <p:stCondLst>
                        <p:cond delay="indefinite"/>
                      </p:stCondLst>
                      <p:childTnLst>
                        <p:par>
                          <p:cTn id="343" fill="hold">
                            <p:stCondLst>
                              <p:cond delay="0"/>
                            </p:stCondLst>
                            <p:childTnLst>
                              <p:par>
                                <p:cTn id="344" presetID="42" presetClass="entr" fill="hold" nodeType="clickEffect">
                                  <p:stCondLst>
                                    <p:cond delay="0"/>
                                  </p:stCondLst>
                                  <p:childTnLst>
                                    <p:set>
                                      <p:cBhvr>
                                        <p:cTn id="345" dur="1" fill="hold">
                                          <p:stCondLst>
                                            <p:cond delay="0"/>
                                          </p:stCondLst>
                                        </p:cTn>
                                        <p:tgtEl>
                                          <p:spTgt spid="581"/>
                                        </p:tgtEl>
                                        <p:attrNameLst>
                                          <p:attrName>style.visibility</p:attrName>
                                        </p:attrNameLst>
                                      </p:cBhvr>
                                      <p:to>
                                        <p:strVal val="visible"/>
                                      </p:to>
                                    </p:set>
                                    <p:animEffect transition="in" filter="fade">
                                      <p:cBhvr additive="repl">
                                        <p:cTn id="346" dur="1000"/>
                                        <p:tgtEl>
                                          <p:spTgt spid="581"/>
                                        </p:tgtEl>
                                      </p:cBhvr>
                                    </p:animEffect>
                                    <p:anim calcmode="lin" valueType="num">
                                      <p:cBhvr additive="repl">
                                        <p:cTn id="347" dur="1000" fill="hold"/>
                                        <p:tgtEl>
                                          <p:spTgt spid="581"/>
                                        </p:tgtEl>
                                        <p:attrNameLst>
                                          <p:attrName>ppt_x</p:attrName>
                                        </p:attrNameLst>
                                      </p:cBhvr>
                                      <p:tavLst>
                                        <p:tav>
                                          <p:val>
                                            <p:strVal val="#ppt_x"/>
                                          </p:val>
                                        </p:tav>
                                        <p:tav tm="100000">
                                          <p:val>
                                            <p:strVal val="#ppt_x"/>
                                          </p:val>
                                        </p:tav>
                                      </p:tavLst>
                                    </p:anim>
                                    <p:anim calcmode="lin" valueType="num">
                                      <p:cBhvr additive="repl">
                                        <p:cTn id="348" dur="1000" fill="hold"/>
                                        <p:tgtEl>
                                          <p:spTgt spid="581"/>
                                        </p:tgtEl>
                                        <p:attrNameLst>
                                          <p:attrName>ppt_y</p:attrName>
                                        </p:attrNameLst>
                                      </p:cBhvr>
                                      <p:tavLst>
                                        <p:tav>
                                          <p:val>
                                            <p:strVal val="#ppt_y+.1"/>
                                          </p:val>
                                        </p:tav>
                                        <p:tav tm="100000">
                                          <p:val>
                                            <p:strVal val="#ppt_y"/>
                                          </p:val>
                                        </p:tav>
                                      </p:tavLst>
                                    </p:anim>
                                  </p:childTnLst>
                                </p:cTn>
                              </p:par>
                            </p:childTnLst>
                          </p:cTn>
                        </p:par>
                      </p:childTnLst>
                    </p:cTn>
                  </p:par>
                  <p:par>
                    <p:cTn id="349" fill="hold">
                      <p:stCondLst>
                        <p:cond delay="indefinite"/>
                      </p:stCondLst>
                      <p:childTnLst>
                        <p:par>
                          <p:cTn id="350" fill="hold">
                            <p:stCondLst>
                              <p:cond delay="0"/>
                            </p:stCondLst>
                            <p:childTnLst>
                              <p:par>
                                <p:cTn id="351" presetID="42" presetClass="entr" fill="hold" nodeType="clickEffect">
                                  <p:stCondLst>
                                    <p:cond delay="0"/>
                                  </p:stCondLst>
                                  <p:childTnLst>
                                    <p:set>
                                      <p:cBhvr>
                                        <p:cTn id="352" dur="1" fill="hold">
                                          <p:stCondLst>
                                            <p:cond delay="0"/>
                                          </p:stCondLst>
                                        </p:cTn>
                                        <p:tgtEl>
                                          <p:spTgt spid="582"/>
                                        </p:tgtEl>
                                        <p:attrNameLst>
                                          <p:attrName>style.visibility</p:attrName>
                                        </p:attrNameLst>
                                      </p:cBhvr>
                                      <p:to>
                                        <p:strVal val="visible"/>
                                      </p:to>
                                    </p:set>
                                    <p:animEffect transition="in" filter="fade">
                                      <p:cBhvr additive="repl">
                                        <p:cTn id="353" dur="1000"/>
                                        <p:tgtEl>
                                          <p:spTgt spid="582"/>
                                        </p:tgtEl>
                                      </p:cBhvr>
                                    </p:animEffect>
                                    <p:anim calcmode="lin" valueType="num">
                                      <p:cBhvr additive="repl">
                                        <p:cTn id="354" dur="1000" fill="hold"/>
                                        <p:tgtEl>
                                          <p:spTgt spid="582"/>
                                        </p:tgtEl>
                                        <p:attrNameLst>
                                          <p:attrName>ppt_x</p:attrName>
                                        </p:attrNameLst>
                                      </p:cBhvr>
                                      <p:tavLst>
                                        <p:tav>
                                          <p:val>
                                            <p:strVal val="#ppt_x"/>
                                          </p:val>
                                        </p:tav>
                                        <p:tav tm="100000">
                                          <p:val>
                                            <p:strVal val="#ppt_x"/>
                                          </p:val>
                                        </p:tav>
                                      </p:tavLst>
                                    </p:anim>
                                    <p:anim calcmode="lin" valueType="num">
                                      <p:cBhvr additive="repl">
                                        <p:cTn id="355" dur="1000" fill="hold"/>
                                        <p:tgtEl>
                                          <p:spTgt spid="582"/>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PlaceHolder 1"/>
          <p:cNvSpPr>
            <a:spLocks noGrp="1"/>
          </p:cNvSpPr>
          <p:nvPr>
            <p:ph type="title"/>
          </p:nvPr>
        </p:nvSpPr>
        <p:spPr>
          <a:xfrm>
            <a:off x="432000" y="647640"/>
            <a:ext cx="11338920" cy="699120"/>
          </a:xfrm>
          <a:prstGeom prst="rect">
            <a:avLst/>
          </a:prstGeom>
          <a:noFill/>
          <a:ln w="0">
            <a:noFill/>
          </a:ln>
        </p:spPr>
        <p:txBody>
          <a:bodyPr lIns="91440" tIns="45720" rIns="91440" bIns="45720" anchor="ctr">
            <a:normAutofit fontScale="92500" lnSpcReduction="9999"/>
          </a:bodyPr>
          <a:p>
            <a:pPr indent="0" algn="ctr" defTabSz="457200">
              <a:lnSpc>
                <a:spcPct val="100000"/>
              </a:lnSpc>
              <a:buNone/>
              <a:tabLst>
                <a:tab pos="0" algn="l"/>
              </a:tabLst>
            </a:pPr>
            <a:r>
              <a:rPr lang="en-US" sz="4800" b="1" u="none" strike="noStrike">
                <a:solidFill>
                  <a:schemeClr val="dk1"/>
                </a:solidFill>
                <a:effectLst/>
                <a:uFillTx/>
                <a:latin typeface="Trebuchet MS"/>
              </a:rPr>
              <a:t>Thank you</a:t>
            </a:r>
            <a:endParaRPr lang="en-US" sz="4800" b="1" u="none" strike="noStrike">
              <a:solidFill>
                <a:schemeClr val="dk1"/>
              </a:solidFill>
              <a:effectLst/>
              <a:uFillTx/>
              <a:latin typeface="Trebuchet MS"/>
            </a:endParaRPr>
          </a:p>
        </p:txBody>
      </p:sp>
      <p:sp>
        <p:nvSpPr>
          <p:cNvPr id="585" name="PlaceHolder 2"/>
          <p:cNvSpPr>
            <a:spLocks noGrp="1"/>
          </p:cNvSpPr>
          <p:nvPr>
            <p:ph/>
          </p:nvPr>
        </p:nvSpPr>
        <p:spPr>
          <a:xfrm>
            <a:off x="3727800" y="4641840"/>
            <a:ext cx="2138760" cy="1107720"/>
          </a:xfrm>
          <a:prstGeom prst="rect">
            <a:avLst/>
          </a:prstGeom>
          <a:noFill/>
          <a:ln w="0">
            <a:noFill/>
          </a:ln>
        </p:spPr>
        <p:txBody>
          <a:bodyPr lIns="91440" tIns="45720" rIns="91440" bIns="45720" anchor="t">
            <a:normAutofit/>
          </a:bodyPr>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a:t>
            </a:r>
            <a:endParaRPr lang="en-US" sz="1600" b="0" u="none" strike="noStrike">
              <a:solidFill>
                <a:schemeClr val="dk1"/>
              </a:solidFill>
              <a:effectLst/>
              <a:uFillTx/>
              <a:latin typeface="Trebuchet MS"/>
            </a:endParaRPr>
          </a:p>
        </p:txBody>
      </p:sp>
      <p:sp>
        <p:nvSpPr>
          <p:cNvPr id="586" name="Text Placeholder 28"/>
          <p:cNvSpPr/>
          <p:nvPr/>
        </p:nvSpPr>
        <p:spPr>
          <a:xfrm>
            <a:off x="878400" y="4134960"/>
            <a:ext cx="2595600" cy="452880"/>
          </a:xfrm>
          <a:prstGeom prst="rect">
            <a:avLst/>
          </a:prstGeom>
          <a:noFill/>
          <a:ln w="0">
            <a:noFill/>
          </a:ln>
        </p:spPr>
        <p:style>
          <a:lnRef idx="0"/>
          <a:fillRef idx="0"/>
          <a:effectRef idx="0"/>
          <a:fontRef idx="minor"/>
        </p:style>
        <p:txBody>
          <a:bodyPr lIns="90000" tIns="45000" rIns="90000" bIns="45000" anchor="t">
            <a:normAutofit fontScale="92500" lnSpcReduction="9999"/>
          </a:bodyPr>
          <a:p>
            <a:pPr algn="ctr" defTabSz="457200">
              <a:lnSpc>
                <a:spcPct val="100000"/>
              </a:lnSpc>
              <a:spcBef>
                <a:spcPts val="1001"/>
              </a:spcBef>
              <a:tabLst>
                <a:tab pos="0" algn="l"/>
              </a:tabLst>
            </a:pPr>
            <a:endParaRPr lang="en-IN" sz="2400" b="1" u="none" strike="noStrike">
              <a:solidFill>
                <a:schemeClr val="accent4"/>
              </a:solidFill>
              <a:effectLst/>
              <a:uFillTx/>
              <a:latin typeface="Trebuchet MS"/>
            </a:endParaRPr>
          </a:p>
        </p:txBody>
      </p:sp>
      <p:sp>
        <p:nvSpPr>
          <p:cNvPr id="587" name="Text Placeholder 28"/>
          <p:cNvSpPr/>
          <p:nvPr/>
        </p:nvSpPr>
        <p:spPr>
          <a:xfrm>
            <a:off x="5353560" y="3962520"/>
            <a:ext cx="2595600" cy="452880"/>
          </a:xfrm>
          <a:prstGeom prst="rect">
            <a:avLst/>
          </a:prstGeom>
          <a:noFill/>
          <a:ln w="0">
            <a:noFill/>
          </a:ln>
        </p:spPr>
        <p:style>
          <a:lnRef idx="0"/>
          <a:fillRef idx="0"/>
          <a:effectRef idx="0"/>
          <a:fontRef idx="minor"/>
        </p:style>
        <p:txBody>
          <a:bodyPr lIns="90000" tIns="45000" rIns="90000" bIns="45000" anchor="t">
            <a:normAutofit fontScale="92500" lnSpcReduction="9999"/>
          </a:bodyPr>
          <a:p>
            <a:pPr algn="ctr" defTabSz="457200">
              <a:lnSpc>
                <a:spcPct val="100000"/>
              </a:lnSpc>
              <a:spcBef>
                <a:spcPts val="1001"/>
              </a:spcBef>
              <a:tabLst>
                <a:tab pos="0" algn="l"/>
              </a:tabLst>
            </a:pPr>
            <a:endParaRPr lang="en-IN" sz="2200" b="1" u="none" strike="noStrike">
              <a:solidFill>
                <a:schemeClr val="accent4"/>
              </a:solidFill>
              <a:effectLst/>
              <a:uFillTx/>
              <a:latin typeface="Trebuchet MS"/>
            </a:endParaRPr>
          </a:p>
        </p:txBody>
      </p:sp>
      <p:sp>
        <p:nvSpPr>
          <p:cNvPr id="588" name="Text Placeholder 28"/>
          <p:cNvSpPr/>
          <p:nvPr/>
        </p:nvSpPr>
        <p:spPr>
          <a:xfrm>
            <a:off x="7789320" y="3962520"/>
            <a:ext cx="2595600" cy="452880"/>
          </a:xfrm>
          <a:prstGeom prst="rect">
            <a:avLst/>
          </a:prstGeom>
          <a:noFill/>
          <a:ln w="0">
            <a:noFill/>
          </a:ln>
        </p:spPr>
        <p:style>
          <a:lnRef idx="0"/>
          <a:fillRef idx="0"/>
          <a:effectRef idx="0"/>
          <a:fontRef idx="minor"/>
        </p:style>
        <p:txBody>
          <a:bodyPr lIns="90000" tIns="45000" rIns="90000" bIns="45000" anchor="t">
            <a:normAutofit fontScale="92500" lnSpcReduction="9999"/>
          </a:bodyPr>
          <a:p>
            <a:pPr algn="ctr" defTabSz="457200">
              <a:lnSpc>
                <a:spcPct val="100000"/>
              </a:lnSpc>
              <a:spcBef>
                <a:spcPts val="1001"/>
              </a:spcBef>
              <a:tabLst>
                <a:tab pos="0" algn="l"/>
              </a:tabLst>
            </a:pPr>
            <a:endParaRPr lang="en-IN" sz="2200" b="1" u="none" strike="noStrike">
              <a:solidFill>
                <a:schemeClr val="accent4"/>
              </a:solidFill>
              <a:effectLst/>
              <a:uFillTx/>
              <a:latin typeface="Trebuchet MS"/>
            </a:endParaRPr>
          </a:p>
        </p:txBody>
      </p:sp>
      <p:sp>
        <p:nvSpPr>
          <p:cNvPr id="589" name="Text Placeholder 30"/>
          <p:cNvSpPr/>
          <p:nvPr/>
        </p:nvSpPr>
        <p:spPr>
          <a:xfrm>
            <a:off x="6095880" y="4641840"/>
            <a:ext cx="2138760" cy="11077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1600" b="0" u="none" strike="noStrike">
              <a:solidFill>
                <a:schemeClr val="dk1"/>
              </a:solidFill>
              <a:effectLst/>
              <a:uFillTx/>
              <a:latin typeface="Trebuchet MS"/>
            </a:endParaRPr>
          </a:p>
        </p:txBody>
      </p:sp>
      <p:sp>
        <p:nvSpPr>
          <p:cNvPr id="590" name="Text Placeholder 30"/>
          <p:cNvSpPr/>
          <p:nvPr/>
        </p:nvSpPr>
        <p:spPr>
          <a:xfrm>
            <a:off x="8591400" y="4641840"/>
            <a:ext cx="2138760" cy="110772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r>
              <a:rPr lang="en-GB" sz="1600" b="0" u="none" strike="noStrike">
                <a:solidFill>
                  <a:schemeClr val="dk1"/>
                </a:solidFill>
                <a:effectLst/>
                <a:uFillTx/>
                <a:latin typeface="Trebuchet MS"/>
              </a:rPr>
              <a:t>.</a:t>
            </a:r>
            <a:endParaRPr lang="en-IN" sz="1600" b="0" u="none" strike="noStrike">
              <a:solidFill>
                <a:srgbClr val="000000"/>
              </a:solidFill>
              <a:effectLst/>
              <a:uFillTx/>
              <a:latin typeface="Arial"/>
            </a:endParaRPr>
          </a:p>
        </p:txBody>
      </p:sp>
      <p:pic>
        <p:nvPicPr>
          <p:cNvPr id="591" name="Picture 14"/>
          <p:cNvPicPr/>
          <p:nvPr/>
        </p:nvPicPr>
        <p:blipFill>
          <a:blip r:embed="rId1"/>
          <a:srcRect l="0" t="96136" r="0" b="0"/>
          <a:stretch/>
        </p:blipFill>
        <p:spPr>
          <a:xfrm>
            <a:off x="676080" y="6472080"/>
            <a:ext cx="2142000" cy="191880"/>
          </a:xfrm>
          <a:prstGeom prst="rect">
            <a:avLst/>
          </a:prstGeom>
          <a:noFill/>
          <a:ln w="0">
            <a:noFill/>
          </a:ln>
        </p:spPr>
      </p:pic>
      <p:sp>
        <p:nvSpPr>
          <p:cNvPr id="592" name="PlaceHolder 3"/>
          <p:cNvSpPr>
            <a:spLocks noGrp="1"/>
          </p:cNvSpPr>
          <p:nvPr>
            <p:ph/>
          </p:nvPr>
        </p:nvSpPr>
        <p:spPr>
          <a:xfrm>
            <a:off x="2975040" y="3962520"/>
            <a:ext cx="2138760" cy="343080"/>
          </a:xfrm>
          <a:prstGeom prst="rect">
            <a:avLst/>
          </a:prstGeom>
          <a:noFill/>
          <a:ln w="0">
            <a:noFill/>
          </a:ln>
        </p:spPr>
        <p:txBody>
          <a:bodyPr lIns="91440" tIns="45720" rIns="91440" bIns="45720" anchor="t">
            <a:normAutofit fontScale="62500" lnSpcReduction="19999"/>
          </a:bodyPr>
          <a:p>
            <a:pPr marL="228600" indent="0" algn="ctr" defTabSz="457200">
              <a:spcBef>
                <a:spcPts val="1001"/>
              </a:spcBef>
              <a:buNone/>
              <a:tabLst>
                <a:tab pos="0" algn="l"/>
              </a:tabLst>
            </a:pPr>
            <a:endParaRPr lang="en-US" sz="1800" b="0" u="none" strike="noStrike">
              <a:solidFill>
                <a:schemeClr val="dk1"/>
              </a:solidFill>
              <a:effectLst/>
              <a:uFillTx/>
              <a:latin typeface="Trebuchet MS"/>
            </a:endParaRPr>
          </a:p>
        </p:txBody>
      </p:sp>
    </p:spTree>
  </p:cSld>
  <mc:AlternateContent>
    <mc:Choice Requires="p14">
      <p:transition spd="slow" p14:dur="2000"/>
    </mc:Choice>
    <mc:Fallback>
      <p:transition spd="slow"/>
    </mc:Fallback>
  </mc:AlternateContent>
  <p:timing>
    <p:tnLst>
      <p:par>
        <p:cTn id="356" dur="indefinite" restart="never" nodeType="tmRoot">
          <p:childTnLst>
            <p:seq>
              <p:cTn id="357" dur="indefinite" nodeType="mainSeq">
                <p:childTnLst>
                  <p:par>
                    <p:cTn id="358" fill="hold">
                      <p:stCondLst>
                        <p:cond delay="indefinite"/>
                      </p:stCondLst>
                      <p:childTnLst>
                        <p:par>
                          <p:cTn id="359" fill="hold">
                            <p:stCondLst>
                              <p:cond delay="0"/>
                            </p:stCondLst>
                            <p:childTnLst>
                              <p:par>
                                <p:cTn id="360" presetID="53" presetClass="entr" fill="hold" nodeType="clickEffect" presetSubtype="16">
                                  <p:stCondLst>
                                    <p:cond delay="0"/>
                                  </p:stCondLst>
                                  <p:childTnLst>
                                    <p:set>
                                      <p:cBhvr>
                                        <p:cTn id="361" dur="1" fill="hold">
                                          <p:stCondLst>
                                            <p:cond delay="0"/>
                                          </p:stCondLst>
                                        </p:cTn>
                                        <p:tgtEl>
                                          <p:spTgt spid="584"/>
                                        </p:tgtEl>
                                        <p:attrNameLst>
                                          <p:attrName>style.visibility</p:attrName>
                                        </p:attrNameLst>
                                      </p:cBhvr>
                                      <p:to>
                                        <p:strVal val="visible"/>
                                      </p:to>
                                    </p:set>
                                    <p:anim calcmode="lin" valueType="num">
                                      <p:cBhvr additive="repl">
                                        <p:cTn id="362" dur="500" fill="hold"/>
                                        <p:tgtEl>
                                          <p:spTgt spid="584"/>
                                        </p:tgtEl>
                                        <p:attrNameLst>
                                          <p:attrName>ppt_w</p:attrName>
                                        </p:attrNameLst>
                                      </p:cBhvr>
                                      <p:tavLst>
                                        <p:tav>
                                          <p:val>
                                            <p:fltVal val="0"/>
                                          </p:val>
                                        </p:tav>
                                        <p:tav tm="100000">
                                          <p:val>
                                            <p:strVal val="#ppt_w"/>
                                          </p:val>
                                        </p:tav>
                                      </p:tavLst>
                                    </p:anim>
                                    <p:anim calcmode="lin" valueType="num">
                                      <p:cBhvr additive="repl">
                                        <p:cTn id="363" dur="500" fill="hold"/>
                                        <p:tgtEl>
                                          <p:spTgt spid="584"/>
                                        </p:tgtEl>
                                        <p:attrNameLst>
                                          <p:attrName>ppt_h</p:attrName>
                                        </p:attrNameLst>
                                      </p:cBhvr>
                                      <p:tavLst>
                                        <p:tav>
                                          <p:val>
                                            <p:fltVal val="0"/>
                                          </p:val>
                                        </p:tav>
                                        <p:tav tm="100000">
                                          <p:val>
                                            <p:strVal val="#ppt_h"/>
                                          </p:val>
                                        </p:tav>
                                      </p:tavLst>
                                    </p:anim>
                                    <p:animEffect transition="in" filter="fade">
                                      <p:cBhvr additive="repl">
                                        <p:cTn id="364" dur="500"/>
                                        <p:tgtEl>
                                          <p:spTgt spid="584"/>
                                        </p:tgtEl>
                                      </p:cBhvr>
                                    </p:animEffect>
                                  </p:childTnLst>
                                </p:cTn>
                              </p:par>
                            </p:childTnLst>
                          </p:cTn>
                        </p:par>
                      </p:childTnLst>
                    </p:cTn>
                  </p:par>
                  <p:par>
                    <p:cTn id="365" fill="hold">
                      <p:stCondLst>
                        <p:cond delay="indefinite"/>
                      </p:stCondLst>
                      <p:childTnLst>
                        <p:par>
                          <p:cTn id="366" fill="hold">
                            <p:stCondLst>
                              <p:cond delay="0"/>
                            </p:stCondLst>
                            <p:childTnLst>
                              <p:par>
                                <p:cTn id="367" presetID="12" presetClass="entr" fill="hold" nodeType="clickEffect" presetSubtype="4">
                                  <p:stCondLst>
                                    <p:cond delay="0"/>
                                  </p:stCondLst>
                                  <p:childTnLst>
                                    <p:set>
                                      <p:cBhvr>
                                        <p:cTn id="368" dur="1" fill="hold">
                                          <p:stCondLst>
                                            <p:cond delay="0"/>
                                          </p:stCondLst>
                                        </p:cTn>
                                        <p:tgtEl>
                                          <p:spTgt spid="586"/>
                                        </p:tgtEl>
                                        <p:attrNameLst>
                                          <p:attrName>style.visibility</p:attrName>
                                        </p:attrNameLst>
                                      </p:cBhvr>
                                      <p:to>
                                        <p:strVal val="visible"/>
                                      </p:to>
                                    </p:set>
                                    <p:anim calcmode="lin" valueType="num">
                                      <p:cBhvr additive="repl">
                                        <p:cTn id="369" dur="500"/>
                                        <p:tgtEl>
                                          <p:spTgt spid="586"/>
                                        </p:tgtEl>
                                        <p:attrNameLst>
                                          <p:attrName>ppt_y</p:attrName>
                                        </p:attrNameLst>
                                      </p:cBhvr>
                                      <p:tavLst>
                                        <p:tav>
                                          <p:val>
                                            <p:strVal val="#ppt_y+#ppt_h*1.125000"/>
                                          </p:val>
                                        </p:tav>
                                        <p:tav tm="100000">
                                          <p:val>
                                            <p:strVal val="#ppt_y"/>
                                          </p:val>
                                        </p:tav>
                                      </p:tavLst>
                                    </p:anim>
                                    <p:animEffect transition="in" filter="wipe(up)">
                                      <p:cBhvr additive="repl">
                                        <p:cTn id="370" dur="500"/>
                                        <p:tgtEl>
                                          <p:spTgt spid="586"/>
                                        </p:tgtEl>
                                      </p:cBhvr>
                                    </p:animEffect>
                                  </p:childTnLst>
                                </p:cTn>
                              </p:par>
                            </p:childTnLst>
                          </p:cTn>
                        </p:par>
                      </p:childTnLst>
                    </p:cTn>
                  </p:par>
                  <p:par>
                    <p:cTn id="371" fill="hold">
                      <p:stCondLst>
                        <p:cond delay="indefinite"/>
                      </p:stCondLst>
                      <p:childTnLst>
                        <p:par>
                          <p:cTn id="372" fill="hold">
                            <p:stCondLst>
                              <p:cond delay="0"/>
                            </p:stCondLst>
                            <p:childTnLst>
                              <p:par>
                                <p:cTn id="373" presetID="12" presetClass="entr" fill="hold" nodeType="clickEffect" presetSubtype="4">
                                  <p:stCondLst>
                                    <p:cond delay="0"/>
                                  </p:stCondLst>
                                  <p:childTnLst>
                                    <p:set>
                                      <p:cBhvr>
                                        <p:cTn id="374" dur="1" fill="hold">
                                          <p:stCondLst>
                                            <p:cond delay="0"/>
                                          </p:stCondLst>
                                        </p:cTn>
                                        <p:tgtEl>
                                          <p:spTgt spid="585">
                                            <p:txEl>
                                              <p:pRg st="0" end="0"/>
                                            </p:txEl>
                                          </p:spTgt>
                                        </p:tgtEl>
                                        <p:attrNameLst>
                                          <p:attrName>style.visibility</p:attrName>
                                        </p:attrNameLst>
                                      </p:cBhvr>
                                      <p:to>
                                        <p:strVal val="visible"/>
                                      </p:to>
                                    </p:set>
                                    <p:anim calcmode="lin" valueType="num">
                                      <p:cBhvr additive="repl">
                                        <p:cTn id="375" dur="500"/>
                                        <p:tgtEl>
                                          <p:spTgt spid="585">
                                            <p:txEl>
                                              <p:pRg st="0" end="0"/>
                                            </p:txEl>
                                          </p:spTgt>
                                        </p:tgtEl>
                                        <p:attrNameLst>
                                          <p:attrName>ppt_y</p:attrName>
                                        </p:attrNameLst>
                                      </p:cBhvr>
                                      <p:tavLst>
                                        <p:tav>
                                          <p:val>
                                            <p:strVal val="#ppt_y+#ppt_h*1.125000"/>
                                          </p:val>
                                        </p:tav>
                                        <p:tav tm="100000">
                                          <p:val>
                                            <p:strVal val="#ppt_y"/>
                                          </p:val>
                                        </p:tav>
                                      </p:tavLst>
                                    </p:anim>
                                    <p:animEffect transition="in" filter="wipe(up)">
                                      <p:cBhvr additive="repl">
                                        <p:cTn id="376" dur="500"/>
                                        <p:tgtEl>
                                          <p:spTgt spid="585">
                                            <p:txEl>
                                              <p:pRg st="0" end="0"/>
                                            </p:txEl>
                                          </p:spTgt>
                                        </p:tgtEl>
                                      </p:cBhvr>
                                    </p:animEffect>
                                  </p:childTnLst>
                                </p:cTn>
                              </p:par>
                            </p:childTnLst>
                          </p:cTn>
                        </p:par>
                      </p:childTnLst>
                    </p:cTn>
                  </p:par>
                  <p:par>
                    <p:cTn id="377" fill="hold">
                      <p:stCondLst>
                        <p:cond delay="indefinite"/>
                      </p:stCondLst>
                      <p:childTnLst>
                        <p:par>
                          <p:cTn id="378" fill="hold">
                            <p:stCondLst>
                              <p:cond delay="0"/>
                            </p:stCondLst>
                            <p:childTnLst>
                              <p:par>
                                <p:cTn id="379" presetID="12" presetClass="entr" fill="hold" nodeType="clickEffect" presetSubtype="4">
                                  <p:stCondLst>
                                    <p:cond delay="0"/>
                                  </p:stCondLst>
                                  <p:childTnLst>
                                    <p:set>
                                      <p:cBhvr>
                                        <p:cTn id="380" dur="1" fill="hold">
                                          <p:stCondLst>
                                            <p:cond delay="0"/>
                                          </p:stCondLst>
                                        </p:cTn>
                                        <p:tgtEl>
                                          <p:spTgt spid="587"/>
                                        </p:tgtEl>
                                        <p:attrNameLst>
                                          <p:attrName>style.visibility</p:attrName>
                                        </p:attrNameLst>
                                      </p:cBhvr>
                                      <p:to>
                                        <p:strVal val="visible"/>
                                      </p:to>
                                    </p:set>
                                    <p:anim calcmode="lin" valueType="num">
                                      <p:cBhvr additive="repl">
                                        <p:cTn id="381" dur="500"/>
                                        <p:tgtEl>
                                          <p:spTgt spid="587"/>
                                        </p:tgtEl>
                                        <p:attrNameLst>
                                          <p:attrName>ppt_y</p:attrName>
                                        </p:attrNameLst>
                                      </p:cBhvr>
                                      <p:tavLst>
                                        <p:tav>
                                          <p:val>
                                            <p:strVal val="#ppt_y+#ppt_h*1.125000"/>
                                          </p:val>
                                        </p:tav>
                                        <p:tav tm="100000">
                                          <p:val>
                                            <p:strVal val="#ppt_y"/>
                                          </p:val>
                                        </p:tav>
                                      </p:tavLst>
                                    </p:anim>
                                    <p:animEffect transition="in" filter="wipe(up)">
                                      <p:cBhvr additive="repl">
                                        <p:cTn id="382" dur="500"/>
                                        <p:tgtEl>
                                          <p:spTgt spid="587"/>
                                        </p:tgtEl>
                                      </p:cBhvr>
                                    </p:animEffect>
                                  </p:childTnLst>
                                </p:cTn>
                              </p:par>
                            </p:childTnLst>
                          </p:cTn>
                        </p:par>
                      </p:childTnLst>
                    </p:cTn>
                  </p:par>
                  <p:par>
                    <p:cTn id="383" fill="hold">
                      <p:stCondLst>
                        <p:cond delay="indefinite"/>
                      </p:stCondLst>
                      <p:childTnLst>
                        <p:par>
                          <p:cTn id="384" fill="hold">
                            <p:stCondLst>
                              <p:cond delay="0"/>
                            </p:stCondLst>
                            <p:childTnLst>
                              <p:par>
                                <p:cTn id="385" presetID="12" presetClass="entr" fill="hold" nodeType="clickEffect" presetSubtype="4">
                                  <p:stCondLst>
                                    <p:cond delay="0"/>
                                  </p:stCondLst>
                                  <p:childTnLst>
                                    <p:set>
                                      <p:cBhvr>
                                        <p:cTn id="386" dur="1" fill="hold">
                                          <p:stCondLst>
                                            <p:cond delay="0"/>
                                          </p:stCondLst>
                                        </p:cTn>
                                        <p:tgtEl>
                                          <p:spTgt spid="589"/>
                                        </p:tgtEl>
                                        <p:attrNameLst>
                                          <p:attrName>style.visibility</p:attrName>
                                        </p:attrNameLst>
                                      </p:cBhvr>
                                      <p:to>
                                        <p:strVal val="visible"/>
                                      </p:to>
                                    </p:set>
                                    <p:anim calcmode="lin" valueType="num">
                                      <p:cBhvr additive="repl">
                                        <p:cTn id="387" dur="500"/>
                                        <p:tgtEl>
                                          <p:spTgt spid="589"/>
                                        </p:tgtEl>
                                        <p:attrNameLst>
                                          <p:attrName>ppt_y</p:attrName>
                                        </p:attrNameLst>
                                      </p:cBhvr>
                                      <p:tavLst>
                                        <p:tav>
                                          <p:val>
                                            <p:strVal val="#ppt_y+#ppt_h*1.125000"/>
                                          </p:val>
                                        </p:tav>
                                        <p:tav tm="100000">
                                          <p:val>
                                            <p:strVal val="#ppt_y"/>
                                          </p:val>
                                        </p:tav>
                                      </p:tavLst>
                                    </p:anim>
                                    <p:animEffect transition="in" filter="wipe(up)">
                                      <p:cBhvr additive="repl">
                                        <p:cTn id="388" dur="500"/>
                                        <p:tgtEl>
                                          <p:spTgt spid="589"/>
                                        </p:tgtEl>
                                      </p:cBhvr>
                                    </p:animEffect>
                                  </p:childTnLst>
                                </p:cTn>
                              </p:par>
                            </p:childTnLst>
                          </p:cTn>
                        </p:par>
                      </p:childTnLst>
                    </p:cTn>
                  </p:par>
                  <p:par>
                    <p:cTn id="389" fill="hold">
                      <p:stCondLst>
                        <p:cond delay="indefinite"/>
                      </p:stCondLst>
                      <p:childTnLst>
                        <p:par>
                          <p:cTn id="390" fill="hold">
                            <p:stCondLst>
                              <p:cond delay="0"/>
                            </p:stCondLst>
                            <p:childTnLst>
                              <p:par>
                                <p:cTn id="391" presetID="12" presetClass="entr" fill="hold" nodeType="clickEffect" presetSubtype="4">
                                  <p:stCondLst>
                                    <p:cond delay="0"/>
                                  </p:stCondLst>
                                  <p:childTnLst>
                                    <p:set>
                                      <p:cBhvr>
                                        <p:cTn id="392" dur="1" fill="hold">
                                          <p:stCondLst>
                                            <p:cond delay="0"/>
                                          </p:stCondLst>
                                        </p:cTn>
                                        <p:tgtEl>
                                          <p:spTgt spid="588"/>
                                        </p:tgtEl>
                                        <p:attrNameLst>
                                          <p:attrName>style.visibility</p:attrName>
                                        </p:attrNameLst>
                                      </p:cBhvr>
                                      <p:to>
                                        <p:strVal val="visible"/>
                                      </p:to>
                                    </p:set>
                                    <p:anim calcmode="lin" valueType="num">
                                      <p:cBhvr additive="repl">
                                        <p:cTn id="393" dur="500"/>
                                        <p:tgtEl>
                                          <p:spTgt spid="588"/>
                                        </p:tgtEl>
                                        <p:attrNameLst>
                                          <p:attrName>ppt_y</p:attrName>
                                        </p:attrNameLst>
                                      </p:cBhvr>
                                      <p:tavLst>
                                        <p:tav>
                                          <p:val>
                                            <p:strVal val="#ppt_y+#ppt_h*1.125000"/>
                                          </p:val>
                                        </p:tav>
                                        <p:tav tm="100000">
                                          <p:val>
                                            <p:strVal val="#ppt_y"/>
                                          </p:val>
                                        </p:tav>
                                      </p:tavLst>
                                    </p:anim>
                                    <p:animEffect transition="in" filter="wipe(up)">
                                      <p:cBhvr additive="repl">
                                        <p:cTn id="394" dur="500"/>
                                        <p:tgtEl>
                                          <p:spTgt spid="588"/>
                                        </p:tgtEl>
                                      </p:cBhvr>
                                    </p:animEffect>
                                  </p:childTnLst>
                                </p:cTn>
                              </p:par>
                            </p:childTnLst>
                          </p:cTn>
                        </p:par>
                      </p:childTnLst>
                    </p:cTn>
                  </p:par>
                  <p:par>
                    <p:cTn id="395" fill="hold">
                      <p:stCondLst>
                        <p:cond delay="indefinite"/>
                      </p:stCondLst>
                      <p:childTnLst>
                        <p:par>
                          <p:cTn id="396" fill="hold">
                            <p:stCondLst>
                              <p:cond delay="0"/>
                            </p:stCondLst>
                            <p:childTnLst>
                              <p:par>
                                <p:cTn id="397" presetID="12" presetClass="entr" fill="hold" nodeType="clickEffect" presetSubtype="4">
                                  <p:stCondLst>
                                    <p:cond delay="0"/>
                                  </p:stCondLst>
                                  <p:childTnLst>
                                    <p:set>
                                      <p:cBhvr>
                                        <p:cTn id="398" dur="1" fill="hold">
                                          <p:stCondLst>
                                            <p:cond delay="0"/>
                                          </p:stCondLst>
                                        </p:cTn>
                                        <p:tgtEl>
                                          <p:spTgt spid="590"/>
                                        </p:tgtEl>
                                        <p:attrNameLst>
                                          <p:attrName>style.visibility</p:attrName>
                                        </p:attrNameLst>
                                      </p:cBhvr>
                                      <p:to>
                                        <p:strVal val="visible"/>
                                      </p:to>
                                    </p:set>
                                    <p:anim calcmode="lin" valueType="num">
                                      <p:cBhvr additive="repl">
                                        <p:cTn id="399" dur="500"/>
                                        <p:tgtEl>
                                          <p:spTgt spid="590"/>
                                        </p:tgtEl>
                                        <p:attrNameLst>
                                          <p:attrName>ppt_y</p:attrName>
                                        </p:attrNameLst>
                                      </p:cBhvr>
                                      <p:tavLst>
                                        <p:tav>
                                          <p:val>
                                            <p:strVal val="#ppt_y+#ppt_h*1.125000"/>
                                          </p:val>
                                        </p:tav>
                                        <p:tav tm="100000">
                                          <p:val>
                                            <p:strVal val="#ppt_y"/>
                                          </p:val>
                                        </p:tav>
                                      </p:tavLst>
                                    </p:anim>
                                    <p:animEffect transition="in" filter="wipe(up)">
                                      <p:cBhvr additive="repl">
                                        <p:cTn id="400" dur="500"/>
                                        <p:tgtEl>
                                          <p:spTgt spid="5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617</TotalTime>
  <Application>LibreOffice/26.2.4.2$Linux_X86_64 LibreOffice_project/620$Build-2</Application>
  <AppVersion>15.0000</AppVersion>
  <Words>641</Words>
  <Paragraphs>50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2021-07-11T13:13:15Z</dcterms:created>
  <dc:creator>Venkataswamy</dc:creator>
  <dc:description/>
  <dc:language>en-IN</dc:language>
  <cp:lastModifiedBy/>
  <dcterms:modified xsi:type="dcterms:W3CDTF">2026-09-04T21:03:47Z</dcterms:modified>
  <cp:revision>112</cp:revision>
  <dc:subject/>
  <dc:title>MASKED HUNTERS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vt:i4>
  </property>
  <property fmtid="{D5CDD505-2E9C-101B-9397-08002B2CF9AE}" pid="4" name="PresentationFormat">
    <vt:lpwstr>Widescreen</vt:lpwstr>
  </property>
  <property fmtid="{D5CDD505-2E9C-101B-9397-08002B2CF9AE}" pid="5" name="Slides">
    <vt:i4>14</vt:i4>
  </property>
</Properties>
</file>